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6"/>
  </p:notesMasterIdLst>
  <p:sldIdLst>
    <p:sldId id="257" r:id="rId5"/>
    <p:sldId id="276" r:id="rId6"/>
    <p:sldId id="258" r:id="rId7"/>
    <p:sldId id="264" r:id="rId8"/>
    <p:sldId id="277" r:id="rId9"/>
    <p:sldId id="272" r:id="rId10"/>
    <p:sldId id="278" r:id="rId11"/>
    <p:sldId id="261" r:id="rId12"/>
    <p:sldId id="280" r:id="rId13"/>
    <p:sldId id="267" r:id="rId14"/>
    <p:sldId id="27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2DE63D5-997A-4646-A377-4702673A728D}">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04" autoAdjust="0"/>
    <p:restoredTop sz="94614" autoAdjust="0"/>
  </p:normalViewPr>
  <p:slideViewPr>
    <p:cSldViewPr snapToGrid="0">
      <p:cViewPr varScale="1">
        <p:scale>
          <a:sx n="82" d="100"/>
          <a:sy n="82" d="100"/>
        </p:scale>
        <p:origin x="710" y="72"/>
      </p:cViewPr>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65716D-39C9-48C4-A3EB-B88E4515427D}" type="datetimeFigureOut">
              <a:rPr lang="en-US" smtClean="0"/>
              <a:t>2/15/2026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0C6D3C-9EB0-4F2C-9026-3887D1CDB44E}" type="slidenum">
              <a:rPr lang="en-US" smtClean="0"/>
              <a:t>‹#›</a:t>
            </a:fld>
            <a:endParaRPr lang="en-US" dirty="0"/>
          </a:p>
        </p:txBody>
      </p:sp>
    </p:spTree>
    <p:extLst>
      <p:ext uri="{BB962C8B-B14F-4D97-AF65-F5344CB8AC3E}">
        <p14:creationId xmlns:p14="http://schemas.microsoft.com/office/powerpoint/2010/main" val="2437763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8D39141-3E8E-4545-90DB-291A0E5F139B}"/>
              </a:ext>
            </a:extLst>
          </p:cNvPr>
          <p:cNvSpPr>
            <a:spLocks noGrp="1"/>
          </p:cNvSpPr>
          <p:nvPr>
            <p:ph type="pic" sz="quarter" idx="12" hasCustomPrompt="1"/>
          </p:nvPr>
        </p:nvSpPr>
        <p:spPr>
          <a:xfrm>
            <a:off x="0" y="0"/>
            <a:ext cx="12192000" cy="6858000"/>
          </a:xfrm>
          <a:solidFill>
            <a:schemeClr val="tx1">
              <a:lumMod val="75000"/>
              <a:lumOff val="25000"/>
            </a:schemeClr>
          </a:solidFill>
        </p:spPr>
        <p:txBody>
          <a:bodyPr lIns="612000" tIns="0" anchor="ctr"/>
          <a:lstStyle>
            <a:lvl1pPr marL="0" indent="0" algn="l">
              <a:lnSpc>
                <a:spcPct val="100000"/>
              </a:lnSpc>
              <a:buNone/>
              <a:defRPr sz="1200" i="1">
                <a:solidFill>
                  <a:schemeClr val="bg1">
                    <a:lumMod val="75000"/>
                  </a:schemeClr>
                </a:solidFill>
              </a:defRPr>
            </a:lvl1pPr>
          </a:lstStyle>
          <a:p>
            <a:r>
              <a:rPr lang="en-US" dirty="0"/>
              <a:t>Drag &amp; Drop Your </a:t>
            </a:r>
            <a:br>
              <a:rPr lang="en-US" dirty="0"/>
            </a:br>
            <a:r>
              <a:rPr lang="en-US" dirty="0"/>
              <a:t>Background Photo Here</a:t>
            </a:r>
          </a:p>
        </p:txBody>
      </p:sp>
      <p:sp>
        <p:nvSpPr>
          <p:cNvPr id="2" name="Title 1">
            <a:extLst>
              <a:ext uri="{FF2B5EF4-FFF2-40B4-BE49-F238E27FC236}">
                <a16:creationId xmlns:a16="http://schemas.microsoft.com/office/drawing/2014/main" id="{AD90A062-54B3-47F2-9D6A-5BC9575208D2}"/>
              </a:ext>
            </a:extLst>
          </p:cNvPr>
          <p:cNvSpPr>
            <a:spLocks noGrp="1"/>
          </p:cNvSpPr>
          <p:nvPr>
            <p:ph type="ctrTitle"/>
          </p:nvPr>
        </p:nvSpPr>
        <p:spPr>
          <a:xfrm>
            <a:off x="2520000" y="0"/>
            <a:ext cx="9672000" cy="6857999"/>
          </a:xfrm>
          <a:solidFill>
            <a:schemeClr val="tx2">
              <a:alpha val="70000"/>
            </a:schemeClr>
          </a:solidFill>
        </p:spPr>
        <p:txBody>
          <a:bodyPr lIns="1116000" rIns="180000" anchor="ctr"/>
          <a:lstStyle>
            <a:lvl1pPr algn="l">
              <a:defRPr sz="5000" cap="all" baseline="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5C97F3D-57FA-4E82-9EEC-E93088055A15}"/>
              </a:ext>
            </a:extLst>
          </p:cNvPr>
          <p:cNvSpPr>
            <a:spLocks noGrp="1"/>
          </p:cNvSpPr>
          <p:nvPr>
            <p:ph type="subTitle" idx="1"/>
          </p:nvPr>
        </p:nvSpPr>
        <p:spPr>
          <a:xfrm>
            <a:off x="3600000" y="4276447"/>
            <a:ext cx="5161550" cy="620016"/>
          </a:xfrm>
          <a:gradFill>
            <a:gsLst>
              <a:gs pos="0">
                <a:schemeClr val="tx2"/>
              </a:gs>
              <a:gs pos="100000">
                <a:schemeClr val="accent2"/>
              </a:gs>
            </a:gsLst>
            <a:lin ang="14400000" scaled="0"/>
          </a:gradFill>
        </p:spPr>
        <p:txBody>
          <a:bodyPr lIns="144000" anchor="ctr"/>
          <a:lstStyle>
            <a:lvl1pPr marL="0" indent="0" algn="l">
              <a:buNone/>
              <a:defRPr sz="2400" b="1" i="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Footer Placeholder 6">
            <a:extLst>
              <a:ext uri="{FF2B5EF4-FFF2-40B4-BE49-F238E27FC236}">
                <a16:creationId xmlns:a16="http://schemas.microsoft.com/office/drawing/2014/main" id="{E31775C8-C7F0-4EC5-A9C0-53AE3A0C5F7B}"/>
              </a:ext>
            </a:extLst>
          </p:cNvPr>
          <p:cNvSpPr>
            <a:spLocks noGrp="1"/>
          </p:cNvSpPr>
          <p:nvPr>
            <p:ph type="ftr" sz="quarter" idx="10"/>
          </p:nvPr>
        </p:nvSpPr>
        <p:spPr>
          <a:xfrm>
            <a:off x="3600000" y="6262080"/>
            <a:ext cx="7560000" cy="360000"/>
          </a:xfrm>
        </p:spPr>
        <p:txBody>
          <a:bodyPr/>
          <a:lstStyle/>
          <a:p>
            <a:endParaRPr lang="en-US" dirty="0"/>
          </a:p>
        </p:txBody>
      </p:sp>
      <p:sp>
        <p:nvSpPr>
          <p:cNvPr id="8" name="Slide Number Placeholder 7">
            <a:extLst>
              <a:ext uri="{FF2B5EF4-FFF2-40B4-BE49-F238E27FC236}">
                <a16:creationId xmlns:a16="http://schemas.microsoft.com/office/drawing/2014/main" id="{9E8B0AE2-DA19-49E2-AC81-5272385D304C}"/>
              </a:ext>
            </a:extLst>
          </p:cNvPr>
          <p:cNvSpPr>
            <a:spLocks noGrp="1"/>
          </p:cNvSpPr>
          <p:nvPr>
            <p:ph type="sldNum" sz="quarter" idx="11"/>
          </p:nvPr>
        </p:nvSpPr>
        <p:spPr/>
        <p:txBody>
          <a:bodyPr/>
          <a:lstStyle/>
          <a:p>
            <a:fld id="{EECC7194-A4D0-457B-9D3E-53681723AFF7}" type="slidenum">
              <a:rPr lang="en-US" smtClean="0"/>
              <a:pPr/>
              <a:t>‹#›</a:t>
            </a:fld>
            <a:endParaRPr lang="en-US" dirty="0"/>
          </a:p>
        </p:txBody>
      </p:sp>
    </p:spTree>
    <p:extLst>
      <p:ext uri="{BB962C8B-B14F-4D97-AF65-F5344CB8AC3E}">
        <p14:creationId xmlns:p14="http://schemas.microsoft.com/office/powerpoint/2010/main" val="2142342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DA75689F-8B6B-4484-8064-90B4D8FB7C72}"/>
              </a:ext>
            </a:extLst>
          </p:cNvPr>
          <p:cNvSpPr>
            <a:spLocks noGrp="1"/>
          </p:cNvSpPr>
          <p:nvPr>
            <p:ph type="body" sz="quarter" idx="13" hasCustomPrompt="1"/>
          </p:nvPr>
        </p:nvSpPr>
        <p:spPr>
          <a:xfrm>
            <a:off x="1147343" y="2731933"/>
            <a:ext cx="6903253" cy="3350673"/>
          </a:xfrm>
          <a:gradFill>
            <a:gsLst>
              <a:gs pos="0">
                <a:schemeClr val="tx2"/>
              </a:gs>
              <a:gs pos="100000">
                <a:schemeClr val="accent2"/>
              </a:gs>
            </a:gsLst>
            <a:lin ang="14400000" scaled="0"/>
          </a:gradFill>
        </p:spPr>
        <p:txBody>
          <a:bodyPr lIns="576000" tIns="1872000" rIns="576000"/>
          <a:lstStyle>
            <a:lvl1pPr marL="0" indent="0">
              <a:lnSpc>
                <a:spcPts val="2000"/>
              </a:lnSpc>
              <a:buNone/>
              <a:defRPr>
                <a:solidFill>
                  <a:schemeClr val="bg1"/>
                </a:solidFill>
              </a:defRPr>
            </a:lvl1pPr>
          </a:lstStyle>
          <a:p>
            <a:pPr lvl="0"/>
            <a:r>
              <a:rPr lang="en-US" dirty="0"/>
              <a:t>Describe Your Big Idea</a:t>
            </a:r>
          </a:p>
        </p:txBody>
      </p:sp>
      <p:sp>
        <p:nvSpPr>
          <p:cNvPr id="21" name="Picture Placeholder 20">
            <a:extLst>
              <a:ext uri="{FF2B5EF4-FFF2-40B4-BE49-F238E27FC236}">
                <a16:creationId xmlns:a16="http://schemas.microsoft.com/office/drawing/2014/main" id="{C57B9832-0120-4094-8C27-082E3533C5DC}"/>
              </a:ext>
            </a:extLst>
          </p:cNvPr>
          <p:cNvSpPr>
            <a:spLocks noGrp="1"/>
          </p:cNvSpPr>
          <p:nvPr>
            <p:ph type="pic" sz="quarter" idx="12" hasCustomPrompt="1"/>
          </p:nvPr>
        </p:nvSpPr>
        <p:spPr>
          <a:xfrm>
            <a:off x="0" y="0"/>
            <a:ext cx="12012000" cy="6858000"/>
          </a:xfrm>
          <a:custGeom>
            <a:avLst/>
            <a:gdLst>
              <a:gd name="connsiteX0" fmla="*/ 0 w 12012000"/>
              <a:gd name="connsiteY0" fmla="*/ 0 h 6858000"/>
              <a:gd name="connsiteX1" fmla="*/ 8592000 w 12012000"/>
              <a:gd name="connsiteY1" fmla="*/ 0 h 6858000"/>
              <a:gd name="connsiteX2" fmla="*/ 8592000 w 12012000"/>
              <a:gd name="connsiteY2" fmla="*/ 180000 h 6858000"/>
              <a:gd name="connsiteX3" fmla="*/ 12012000 w 12012000"/>
              <a:gd name="connsiteY3" fmla="*/ 180000 h 6858000"/>
              <a:gd name="connsiteX4" fmla="*/ 12012000 w 12012000"/>
              <a:gd name="connsiteY4" fmla="*/ 6678000 h 6858000"/>
              <a:gd name="connsiteX5" fmla="*/ 8592000 w 12012000"/>
              <a:gd name="connsiteY5" fmla="*/ 6678000 h 6858000"/>
              <a:gd name="connsiteX6" fmla="*/ 8592000 w 12012000"/>
              <a:gd name="connsiteY6" fmla="*/ 6858000 h 6858000"/>
              <a:gd name="connsiteX7" fmla="*/ 0 w 1201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012000" h="6858000">
                <a:moveTo>
                  <a:pt x="0" y="0"/>
                </a:moveTo>
                <a:lnTo>
                  <a:pt x="8592000" y="0"/>
                </a:lnTo>
                <a:lnTo>
                  <a:pt x="8592000" y="180000"/>
                </a:lnTo>
                <a:lnTo>
                  <a:pt x="12012000" y="180000"/>
                </a:lnTo>
                <a:lnTo>
                  <a:pt x="12012000" y="6678000"/>
                </a:lnTo>
                <a:lnTo>
                  <a:pt x="8592000" y="6678000"/>
                </a:lnTo>
                <a:lnTo>
                  <a:pt x="8592000" y="6858000"/>
                </a:lnTo>
                <a:lnTo>
                  <a:pt x="0" y="6858000"/>
                </a:lnTo>
                <a:close/>
              </a:path>
            </a:pathLst>
          </a:custGeom>
          <a:noFill/>
        </p:spPr>
        <p:txBody>
          <a:bodyPr wrap="square" lIns="0" tIns="0" rIns="612000" anchor="ctr">
            <a:noAutofit/>
          </a:bodyPr>
          <a:lstStyle>
            <a:lvl1pPr marL="0" indent="0" algn="r">
              <a:lnSpc>
                <a:spcPct val="100000"/>
              </a:lnSpc>
              <a:buNone/>
              <a:defRPr sz="1200" i="1">
                <a:solidFill>
                  <a:schemeClr val="bg1"/>
                </a:solidFill>
              </a:defRPr>
            </a:lvl1pPr>
          </a:lstStyle>
          <a:p>
            <a:r>
              <a:rPr lang="en-US" dirty="0"/>
              <a:t>Drag &amp; Drop Your </a:t>
            </a:r>
            <a:br>
              <a:rPr lang="en-US" dirty="0"/>
            </a:br>
            <a:r>
              <a:rPr lang="en-US" dirty="0"/>
              <a:t>Background Photo Here</a:t>
            </a:r>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a:xfrm>
            <a:off x="683999" y="6262080"/>
            <a:ext cx="6190934" cy="360000"/>
          </a:xfrm>
        </p:spPr>
        <p:txBody>
          <a:body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a:solidFill>
            <a:schemeClr val="tx2"/>
          </a:solidFill>
        </p:spPr>
        <p:txBody>
          <a:bodyPr/>
          <a:lstStyle>
            <a:lvl1pPr>
              <a:defRPr>
                <a:solidFill>
                  <a:schemeClr val="bg1"/>
                </a:solidFill>
              </a:defRPr>
            </a:lvl1pPr>
          </a:lstStyle>
          <a:p>
            <a:fld id="{EECC7194-A4D0-457B-9D3E-53681723AFF7}" type="slidenum">
              <a:rPr lang="en-US" smtClean="0"/>
              <a:pPr/>
              <a:t>‹#›</a:t>
            </a:fld>
            <a:endParaRPr lang="en-US" dirty="0"/>
          </a:p>
        </p:txBody>
      </p:sp>
      <p:sp>
        <p:nvSpPr>
          <p:cNvPr id="12" name="Title 11">
            <a:extLst>
              <a:ext uri="{FF2B5EF4-FFF2-40B4-BE49-F238E27FC236}">
                <a16:creationId xmlns:a16="http://schemas.microsoft.com/office/drawing/2014/main" id="{EAF90A48-1BFB-4A19-9A1C-2851879F9E8F}"/>
              </a:ext>
            </a:extLst>
          </p:cNvPr>
          <p:cNvSpPr>
            <a:spLocks noGrp="1"/>
          </p:cNvSpPr>
          <p:nvPr>
            <p:ph type="title"/>
          </p:nvPr>
        </p:nvSpPr>
        <p:spPr>
          <a:xfrm>
            <a:off x="1749778" y="3096087"/>
            <a:ext cx="5455750" cy="1008000"/>
          </a:xfrm>
        </p:spPr>
        <p:txBody>
          <a:bodyPr/>
          <a:lstStyle>
            <a:lvl1pPr>
              <a:defRPr sz="4000" cap="all" baseline="0">
                <a:solidFill>
                  <a:schemeClr val="bg1"/>
                </a:solidFill>
              </a:defRPr>
            </a:lvl1pPr>
          </a:lstStyle>
          <a:p>
            <a:r>
              <a:rPr lang="en-US"/>
              <a:t>Click to edit Master title style</a:t>
            </a:r>
            <a:endParaRPr lang="en-US" dirty="0"/>
          </a:p>
        </p:txBody>
      </p:sp>
      <p:sp>
        <p:nvSpPr>
          <p:cNvPr id="19" name="Freeform: Shape 18">
            <a:extLst>
              <a:ext uri="{FF2B5EF4-FFF2-40B4-BE49-F238E27FC236}">
                <a16:creationId xmlns:a16="http://schemas.microsoft.com/office/drawing/2014/main" id="{C9E79024-4B2E-43B0-8607-196181AB731F}"/>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36593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 X Number &amp; Icon">
    <p:bg>
      <p:bgPr>
        <a:solidFill>
          <a:schemeClr val="bg1"/>
        </a:solidFill>
        <a:effectLst/>
      </p:bgPr>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767CE6DD-011B-4E2D-9E8A-EFF414E39EEA}"/>
              </a:ext>
            </a:extLst>
          </p:cNvPr>
          <p:cNvSpPr>
            <a:spLocks noGrp="1"/>
          </p:cNvSpPr>
          <p:nvPr>
            <p:ph type="pic" sz="quarter" idx="12" hasCustomPrompt="1"/>
          </p:nvPr>
        </p:nvSpPr>
        <p:spPr>
          <a:xfrm>
            <a:off x="180000" y="179109"/>
            <a:ext cx="11832000" cy="6513922"/>
          </a:xfrm>
          <a:custGeom>
            <a:avLst/>
            <a:gdLst>
              <a:gd name="connsiteX0" fmla="*/ 0 w 11832000"/>
              <a:gd name="connsiteY0" fmla="*/ 0 h 6513922"/>
              <a:gd name="connsiteX1" fmla="*/ 8412000 w 11832000"/>
              <a:gd name="connsiteY1" fmla="*/ 0 h 6513922"/>
              <a:gd name="connsiteX2" fmla="*/ 8412000 w 11832000"/>
              <a:gd name="connsiteY2" fmla="*/ 891 h 6513922"/>
              <a:gd name="connsiteX3" fmla="*/ 11832000 w 11832000"/>
              <a:gd name="connsiteY3" fmla="*/ 891 h 6513922"/>
              <a:gd name="connsiteX4" fmla="*/ 11832000 w 11832000"/>
              <a:gd name="connsiteY4" fmla="*/ 6498891 h 6513922"/>
              <a:gd name="connsiteX5" fmla="*/ 8412000 w 11832000"/>
              <a:gd name="connsiteY5" fmla="*/ 6498891 h 6513922"/>
              <a:gd name="connsiteX6" fmla="*/ 8412000 w 11832000"/>
              <a:gd name="connsiteY6" fmla="*/ 6513922 h 6513922"/>
              <a:gd name="connsiteX7" fmla="*/ 0 w 11832000"/>
              <a:gd name="connsiteY7" fmla="*/ 6513922 h 651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32000" h="6513922">
                <a:moveTo>
                  <a:pt x="0" y="0"/>
                </a:moveTo>
                <a:lnTo>
                  <a:pt x="8412000" y="0"/>
                </a:lnTo>
                <a:lnTo>
                  <a:pt x="8412000" y="891"/>
                </a:lnTo>
                <a:lnTo>
                  <a:pt x="11832000" y="891"/>
                </a:lnTo>
                <a:lnTo>
                  <a:pt x="11832000" y="6498891"/>
                </a:lnTo>
                <a:lnTo>
                  <a:pt x="8412000" y="6498891"/>
                </a:lnTo>
                <a:lnTo>
                  <a:pt x="8412000" y="6513922"/>
                </a:lnTo>
                <a:lnTo>
                  <a:pt x="0" y="6513922"/>
                </a:lnTo>
                <a:close/>
              </a:path>
            </a:pathLst>
          </a:custGeom>
          <a:solidFill>
            <a:schemeClr val="tx1">
              <a:lumMod val="75000"/>
              <a:lumOff val="25000"/>
            </a:schemeClr>
          </a:solidFill>
        </p:spPr>
        <p:txBody>
          <a:bodyPr wrap="square" lIns="0" tIns="1764000" rIns="0" anchor="t">
            <a:noAutofit/>
          </a:bodyPr>
          <a:lstStyle>
            <a:lvl1pPr marL="0" indent="0" algn="ctr">
              <a:lnSpc>
                <a:spcPct val="100000"/>
              </a:lnSpc>
              <a:buNone/>
              <a:defRPr sz="1200" i="1">
                <a:solidFill>
                  <a:schemeClr val="bg1"/>
                </a:solidFill>
              </a:defRPr>
            </a:lvl1pPr>
          </a:lstStyle>
          <a:p>
            <a:r>
              <a:rPr lang="en-US" dirty="0"/>
              <a:t>Drag &amp; Drop Your </a:t>
            </a:r>
            <a:br>
              <a:rPr lang="en-US" dirty="0"/>
            </a:br>
            <a:r>
              <a:rPr lang="en-US" dirty="0"/>
              <a:t>Background Photo Here</a:t>
            </a:r>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a:xfrm>
            <a:off x="684000" y="808185"/>
            <a:ext cx="7560000" cy="360000"/>
          </a:xfrm>
        </p:spPr>
        <p:txBody>
          <a:bodyPr/>
          <a:lstStyle>
            <a:lvl1pPr>
              <a:defRPr cap="all" baseline="0">
                <a:solidFill>
                  <a:schemeClr val="bg1"/>
                </a:solidFill>
              </a:defRPr>
            </a:lvl1pPr>
          </a:lstStyle>
          <a:p>
            <a:r>
              <a:rPr lang="en-US"/>
              <a:t>Click to edit Master title style</a:t>
            </a:r>
            <a:endParaRPr lang="en-US" dirty="0"/>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lvl1pPr>
              <a:defRPr>
                <a:solidFill>
                  <a:schemeClr val="bg1"/>
                </a:solidFill>
              </a:defRPr>
            </a:lvl1p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smtClean="0"/>
              <a:pPr/>
              <a:t>‹#›</a:t>
            </a:fld>
            <a:endParaRPr lang="en-US" dirty="0"/>
          </a:p>
        </p:txBody>
      </p:sp>
      <p:sp>
        <p:nvSpPr>
          <p:cNvPr id="9" name="Freeform: Shape 8">
            <a:extLst>
              <a:ext uri="{FF2B5EF4-FFF2-40B4-BE49-F238E27FC236}">
                <a16:creationId xmlns:a16="http://schemas.microsoft.com/office/drawing/2014/main" id="{C6E75A4B-2655-4B0E-8D3B-0068F57D3D9B}"/>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4">
            <a:extLst>
              <a:ext uri="{FF2B5EF4-FFF2-40B4-BE49-F238E27FC236}">
                <a16:creationId xmlns:a16="http://schemas.microsoft.com/office/drawing/2014/main" id="{49F266E5-40A6-4643-B9AC-B38F27256371}"/>
              </a:ext>
            </a:extLst>
          </p:cNvPr>
          <p:cNvSpPr>
            <a:spLocks noGrp="1"/>
          </p:cNvSpPr>
          <p:nvPr>
            <p:ph type="body" sz="quarter" idx="13" hasCustomPrompt="1"/>
          </p:nvPr>
        </p:nvSpPr>
        <p:spPr>
          <a:xfrm>
            <a:off x="684213" y="3079573"/>
            <a:ext cx="1652587" cy="435600"/>
          </a:xfrm>
          <a:solidFill>
            <a:schemeClr val="tx2">
              <a:alpha val="70000"/>
            </a:schemeClr>
          </a:solidFill>
        </p:spPr>
        <p:txBody>
          <a:bodyPr anchor="ctr"/>
          <a:lstStyle>
            <a:lvl1pPr marL="0" indent="0" algn="ctr">
              <a:buNone/>
              <a:defRPr sz="2400" b="1" cap="all"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#NUMBER</a:t>
            </a:r>
          </a:p>
        </p:txBody>
      </p:sp>
      <p:sp>
        <p:nvSpPr>
          <p:cNvPr id="11" name="Text Placeholder 10">
            <a:extLst>
              <a:ext uri="{FF2B5EF4-FFF2-40B4-BE49-F238E27FC236}">
                <a16:creationId xmlns:a16="http://schemas.microsoft.com/office/drawing/2014/main" id="{1CB790CB-E4F5-4B61-A03E-1CA0C32E3F17}"/>
              </a:ext>
            </a:extLst>
          </p:cNvPr>
          <p:cNvSpPr>
            <a:spLocks noGrp="1"/>
          </p:cNvSpPr>
          <p:nvPr>
            <p:ph type="body" sz="quarter" idx="14" hasCustomPrompt="1"/>
          </p:nvPr>
        </p:nvSpPr>
        <p:spPr>
          <a:xfrm>
            <a:off x="510455" y="3799847"/>
            <a:ext cx="1999889" cy="846137"/>
          </a:xfrm>
        </p:spPr>
        <p:txBody>
          <a:bodyPr/>
          <a:lstStyle>
            <a:lvl1pPr marL="0" indent="0" algn="ctr">
              <a:buNone/>
              <a:defRPr>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2" name="Text Placeholder 4">
            <a:extLst>
              <a:ext uri="{FF2B5EF4-FFF2-40B4-BE49-F238E27FC236}">
                <a16:creationId xmlns:a16="http://schemas.microsoft.com/office/drawing/2014/main" id="{B570684C-B743-402E-8778-A65199577106}"/>
              </a:ext>
            </a:extLst>
          </p:cNvPr>
          <p:cNvSpPr>
            <a:spLocks noGrp="1"/>
          </p:cNvSpPr>
          <p:nvPr>
            <p:ph type="body" sz="quarter" idx="15" hasCustomPrompt="1"/>
          </p:nvPr>
        </p:nvSpPr>
        <p:spPr>
          <a:xfrm>
            <a:off x="2971013" y="3079573"/>
            <a:ext cx="1652587" cy="435600"/>
          </a:xfrm>
          <a:solidFill>
            <a:schemeClr val="tx2">
              <a:alpha val="70000"/>
            </a:schemeClr>
          </a:solidFill>
        </p:spPr>
        <p:txBody>
          <a:bodyPr anchor="ctr"/>
          <a:lstStyle>
            <a:lvl1pPr marL="0" indent="0" algn="ctr">
              <a:buNone/>
              <a:defRPr sz="2400" b="1" cap="all"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#NUMBER</a:t>
            </a:r>
          </a:p>
        </p:txBody>
      </p:sp>
      <p:sp>
        <p:nvSpPr>
          <p:cNvPr id="13" name="Text Placeholder 10">
            <a:extLst>
              <a:ext uri="{FF2B5EF4-FFF2-40B4-BE49-F238E27FC236}">
                <a16:creationId xmlns:a16="http://schemas.microsoft.com/office/drawing/2014/main" id="{FCEC7149-9A00-4CA4-B800-1BFD6EBEB88D}"/>
              </a:ext>
            </a:extLst>
          </p:cNvPr>
          <p:cNvSpPr>
            <a:spLocks noGrp="1"/>
          </p:cNvSpPr>
          <p:nvPr>
            <p:ph type="body" sz="quarter" idx="16" hasCustomPrompt="1"/>
          </p:nvPr>
        </p:nvSpPr>
        <p:spPr>
          <a:xfrm>
            <a:off x="2797255" y="3799847"/>
            <a:ext cx="1999889" cy="846137"/>
          </a:xfrm>
        </p:spPr>
        <p:txBody>
          <a:bodyPr/>
          <a:lstStyle>
            <a:lvl1pPr marL="0" indent="0" algn="ctr">
              <a:buNone/>
              <a:defRPr>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4" name="Text Placeholder 4">
            <a:extLst>
              <a:ext uri="{FF2B5EF4-FFF2-40B4-BE49-F238E27FC236}">
                <a16:creationId xmlns:a16="http://schemas.microsoft.com/office/drawing/2014/main" id="{0374F0E2-36BA-43B5-8799-77AA3367DF47}"/>
              </a:ext>
            </a:extLst>
          </p:cNvPr>
          <p:cNvSpPr>
            <a:spLocks noGrp="1"/>
          </p:cNvSpPr>
          <p:nvPr>
            <p:ph type="body" sz="quarter" idx="17" hasCustomPrompt="1"/>
          </p:nvPr>
        </p:nvSpPr>
        <p:spPr>
          <a:xfrm>
            <a:off x="5269707" y="3079573"/>
            <a:ext cx="1652587" cy="435600"/>
          </a:xfrm>
          <a:solidFill>
            <a:schemeClr val="tx2">
              <a:alpha val="70000"/>
            </a:schemeClr>
          </a:solidFill>
        </p:spPr>
        <p:txBody>
          <a:bodyPr anchor="ctr"/>
          <a:lstStyle>
            <a:lvl1pPr marL="0" indent="0" algn="ctr">
              <a:buNone/>
              <a:defRPr sz="2400" b="1" cap="all"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#NUMBER</a:t>
            </a:r>
          </a:p>
        </p:txBody>
      </p:sp>
      <p:sp>
        <p:nvSpPr>
          <p:cNvPr id="15" name="Text Placeholder 10">
            <a:extLst>
              <a:ext uri="{FF2B5EF4-FFF2-40B4-BE49-F238E27FC236}">
                <a16:creationId xmlns:a16="http://schemas.microsoft.com/office/drawing/2014/main" id="{1BA12174-6A24-4E61-8D58-B3B42C31BE1A}"/>
              </a:ext>
            </a:extLst>
          </p:cNvPr>
          <p:cNvSpPr>
            <a:spLocks noGrp="1"/>
          </p:cNvSpPr>
          <p:nvPr>
            <p:ph type="body" sz="quarter" idx="18" hasCustomPrompt="1"/>
          </p:nvPr>
        </p:nvSpPr>
        <p:spPr>
          <a:xfrm>
            <a:off x="5096056" y="3799847"/>
            <a:ext cx="1999889" cy="846137"/>
          </a:xfrm>
        </p:spPr>
        <p:txBody>
          <a:bodyPr/>
          <a:lstStyle>
            <a:lvl1pPr marL="0" indent="0" algn="ctr">
              <a:buNone/>
              <a:defRPr>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6" name="Text Placeholder 4">
            <a:extLst>
              <a:ext uri="{FF2B5EF4-FFF2-40B4-BE49-F238E27FC236}">
                <a16:creationId xmlns:a16="http://schemas.microsoft.com/office/drawing/2014/main" id="{D3A67B21-0E8B-4922-94F9-20492309C4DA}"/>
              </a:ext>
            </a:extLst>
          </p:cNvPr>
          <p:cNvSpPr>
            <a:spLocks noGrp="1"/>
          </p:cNvSpPr>
          <p:nvPr>
            <p:ph type="body" sz="quarter" idx="19" hasCustomPrompt="1"/>
          </p:nvPr>
        </p:nvSpPr>
        <p:spPr>
          <a:xfrm>
            <a:off x="7544613" y="3079573"/>
            <a:ext cx="1652587" cy="435600"/>
          </a:xfrm>
          <a:solidFill>
            <a:schemeClr val="tx2">
              <a:alpha val="70000"/>
            </a:schemeClr>
          </a:solidFill>
        </p:spPr>
        <p:txBody>
          <a:bodyPr anchor="ctr"/>
          <a:lstStyle>
            <a:lvl1pPr marL="0" indent="0" algn="ctr">
              <a:buNone/>
              <a:defRPr sz="2400" b="1" cap="all"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#NUMBER</a:t>
            </a:r>
          </a:p>
        </p:txBody>
      </p:sp>
      <p:sp>
        <p:nvSpPr>
          <p:cNvPr id="17" name="Text Placeholder 10">
            <a:extLst>
              <a:ext uri="{FF2B5EF4-FFF2-40B4-BE49-F238E27FC236}">
                <a16:creationId xmlns:a16="http://schemas.microsoft.com/office/drawing/2014/main" id="{D801C20C-82D2-465E-8D45-DF1A57E04525}"/>
              </a:ext>
            </a:extLst>
          </p:cNvPr>
          <p:cNvSpPr>
            <a:spLocks noGrp="1"/>
          </p:cNvSpPr>
          <p:nvPr>
            <p:ph type="body" sz="quarter" idx="20" hasCustomPrompt="1"/>
          </p:nvPr>
        </p:nvSpPr>
        <p:spPr>
          <a:xfrm>
            <a:off x="7370855" y="3799847"/>
            <a:ext cx="1999889" cy="846137"/>
          </a:xfrm>
        </p:spPr>
        <p:txBody>
          <a:bodyPr/>
          <a:lstStyle>
            <a:lvl1pPr marL="0" indent="0" algn="ctr">
              <a:buNone/>
              <a:defRPr>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8" name="Text Placeholder 4">
            <a:extLst>
              <a:ext uri="{FF2B5EF4-FFF2-40B4-BE49-F238E27FC236}">
                <a16:creationId xmlns:a16="http://schemas.microsoft.com/office/drawing/2014/main" id="{62BAD45E-2039-4F8D-9CFC-42BFA3756AD1}"/>
              </a:ext>
            </a:extLst>
          </p:cNvPr>
          <p:cNvSpPr>
            <a:spLocks noGrp="1"/>
          </p:cNvSpPr>
          <p:nvPr>
            <p:ph type="body" sz="quarter" idx="21" hasCustomPrompt="1"/>
          </p:nvPr>
        </p:nvSpPr>
        <p:spPr>
          <a:xfrm>
            <a:off x="9831412" y="3079573"/>
            <a:ext cx="1652587" cy="435600"/>
          </a:xfrm>
          <a:solidFill>
            <a:schemeClr val="tx2">
              <a:alpha val="70000"/>
            </a:schemeClr>
          </a:solidFill>
        </p:spPr>
        <p:txBody>
          <a:bodyPr anchor="ctr"/>
          <a:lstStyle>
            <a:lvl1pPr marL="0" indent="0" algn="ctr">
              <a:buNone/>
              <a:defRPr sz="2400" b="1" cap="all"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#NUMBER</a:t>
            </a:r>
          </a:p>
        </p:txBody>
      </p:sp>
      <p:sp>
        <p:nvSpPr>
          <p:cNvPr id="19" name="Text Placeholder 10">
            <a:extLst>
              <a:ext uri="{FF2B5EF4-FFF2-40B4-BE49-F238E27FC236}">
                <a16:creationId xmlns:a16="http://schemas.microsoft.com/office/drawing/2014/main" id="{64A78879-6338-4F3B-864E-8FF4E08C0066}"/>
              </a:ext>
            </a:extLst>
          </p:cNvPr>
          <p:cNvSpPr>
            <a:spLocks noGrp="1"/>
          </p:cNvSpPr>
          <p:nvPr>
            <p:ph type="body" sz="quarter" idx="22" hasCustomPrompt="1"/>
          </p:nvPr>
        </p:nvSpPr>
        <p:spPr>
          <a:xfrm>
            <a:off x="9657654" y="3799847"/>
            <a:ext cx="1999889" cy="846137"/>
          </a:xfrm>
        </p:spPr>
        <p:txBody>
          <a:bodyPr/>
          <a:lstStyle>
            <a:lvl1pPr marL="0" indent="0" algn="ctr">
              <a:buNone/>
              <a:defRPr>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22" name="Subtitle 2">
            <a:extLst>
              <a:ext uri="{FF2B5EF4-FFF2-40B4-BE49-F238E27FC236}">
                <a16:creationId xmlns:a16="http://schemas.microsoft.com/office/drawing/2014/main" id="{80118439-B306-4F20-9200-1C429EADC7EE}"/>
              </a:ext>
            </a:extLst>
          </p:cNvPr>
          <p:cNvSpPr>
            <a:spLocks noGrp="1"/>
          </p:cNvSpPr>
          <p:nvPr>
            <p:ph type="subTitle" idx="1" hasCustomPrompt="1"/>
          </p:nvPr>
        </p:nvSpPr>
        <p:spPr>
          <a:xfrm>
            <a:off x="5101000" y="5271502"/>
            <a:ext cx="1990001" cy="620016"/>
          </a:xfrm>
          <a:gradFill>
            <a:gsLst>
              <a:gs pos="0">
                <a:schemeClr val="tx2"/>
              </a:gs>
              <a:gs pos="100000">
                <a:schemeClr val="accent2"/>
              </a:gs>
            </a:gsLst>
            <a:lin ang="14400000" scaled="0"/>
          </a:gradFill>
        </p:spPr>
        <p:txBody>
          <a:bodyPr lIns="0" anchor="ctr"/>
          <a:lstStyle>
            <a:lvl1pPr marL="0" indent="0" algn="ctr">
              <a:buNone/>
              <a:defRPr sz="2400" b="1" i="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Outcome</a:t>
            </a:r>
          </a:p>
        </p:txBody>
      </p:sp>
      <p:sp>
        <p:nvSpPr>
          <p:cNvPr id="26" name="Picture Placeholder 25">
            <a:extLst>
              <a:ext uri="{FF2B5EF4-FFF2-40B4-BE49-F238E27FC236}">
                <a16:creationId xmlns:a16="http://schemas.microsoft.com/office/drawing/2014/main" id="{99B7E7F2-DF6B-4441-B0B1-7E87E29BA3A7}"/>
              </a:ext>
            </a:extLst>
          </p:cNvPr>
          <p:cNvSpPr>
            <a:spLocks noGrp="1"/>
          </p:cNvSpPr>
          <p:nvPr>
            <p:ph type="pic" sz="quarter" idx="23" hasCustomPrompt="1"/>
          </p:nvPr>
        </p:nvSpPr>
        <p:spPr>
          <a:xfrm>
            <a:off x="1098550" y="2217585"/>
            <a:ext cx="823913" cy="823913"/>
          </a:xfrm>
        </p:spPr>
        <p:txBody>
          <a:bodyPr anchor="ctr"/>
          <a:lstStyle>
            <a:lvl1pPr marL="0" indent="0" algn="ctr">
              <a:buNone/>
              <a:defRPr sz="1050" i="1">
                <a:solidFill>
                  <a:schemeClr val="bg1"/>
                </a:solidFill>
              </a:defRPr>
            </a:lvl1pPr>
          </a:lstStyle>
          <a:p>
            <a:r>
              <a:rPr lang="en-US" dirty="0"/>
              <a:t>Icon</a:t>
            </a:r>
          </a:p>
        </p:txBody>
      </p:sp>
      <p:sp>
        <p:nvSpPr>
          <p:cNvPr id="27" name="Picture Placeholder 25">
            <a:extLst>
              <a:ext uri="{FF2B5EF4-FFF2-40B4-BE49-F238E27FC236}">
                <a16:creationId xmlns:a16="http://schemas.microsoft.com/office/drawing/2014/main" id="{ED41522A-FBAF-4E5D-B592-F13855964E8B}"/>
              </a:ext>
            </a:extLst>
          </p:cNvPr>
          <p:cNvSpPr>
            <a:spLocks noGrp="1"/>
          </p:cNvSpPr>
          <p:nvPr>
            <p:ph type="pic" sz="quarter" idx="24" hasCustomPrompt="1"/>
          </p:nvPr>
        </p:nvSpPr>
        <p:spPr>
          <a:xfrm>
            <a:off x="3385350" y="2217585"/>
            <a:ext cx="823913" cy="823913"/>
          </a:xfrm>
        </p:spPr>
        <p:txBody>
          <a:bodyPr anchor="ctr"/>
          <a:lstStyle>
            <a:lvl1pPr marL="0" indent="0" algn="ctr">
              <a:buNone/>
              <a:defRPr sz="1050" i="1">
                <a:solidFill>
                  <a:schemeClr val="bg1"/>
                </a:solidFill>
              </a:defRPr>
            </a:lvl1pPr>
          </a:lstStyle>
          <a:p>
            <a:r>
              <a:rPr lang="en-US" dirty="0"/>
              <a:t>Icon</a:t>
            </a:r>
          </a:p>
        </p:txBody>
      </p:sp>
      <p:sp>
        <p:nvSpPr>
          <p:cNvPr id="28" name="Picture Placeholder 25">
            <a:extLst>
              <a:ext uri="{FF2B5EF4-FFF2-40B4-BE49-F238E27FC236}">
                <a16:creationId xmlns:a16="http://schemas.microsoft.com/office/drawing/2014/main" id="{AA51069C-E1DC-44A0-A6A0-2A4AB0DD4D70}"/>
              </a:ext>
            </a:extLst>
          </p:cNvPr>
          <p:cNvSpPr>
            <a:spLocks noGrp="1"/>
          </p:cNvSpPr>
          <p:nvPr>
            <p:ph type="pic" sz="quarter" idx="25" hasCustomPrompt="1"/>
          </p:nvPr>
        </p:nvSpPr>
        <p:spPr>
          <a:xfrm>
            <a:off x="5684044" y="2217585"/>
            <a:ext cx="823913" cy="823913"/>
          </a:xfrm>
        </p:spPr>
        <p:txBody>
          <a:bodyPr anchor="ctr"/>
          <a:lstStyle>
            <a:lvl1pPr marL="0" indent="0" algn="ctr">
              <a:buNone/>
              <a:defRPr sz="1050" i="1">
                <a:solidFill>
                  <a:schemeClr val="bg1"/>
                </a:solidFill>
              </a:defRPr>
            </a:lvl1pPr>
          </a:lstStyle>
          <a:p>
            <a:r>
              <a:rPr lang="en-US" dirty="0"/>
              <a:t>Icon</a:t>
            </a:r>
          </a:p>
        </p:txBody>
      </p:sp>
      <p:sp>
        <p:nvSpPr>
          <p:cNvPr id="29" name="Picture Placeholder 25">
            <a:extLst>
              <a:ext uri="{FF2B5EF4-FFF2-40B4-BE49-F238E27FC236}">
                <a16:creationId xmlns:a16="http://schemas.microsoft.com/office/drawing/2014/main" id="{42F6437E-5478-451F-9BE3-E8160EA43516}"/>
              </a:ext>
            </a:extLst>
          </p:cNvPr>
          <p:cNvSpPr>
            <a:spLocks noGrp="1"/>
          </p:cNvSpPr>
          <p:nvPr>
            <p:ph type="pic" sz="quarter" idx="26" hasCustomPrompt="1"/>
          </p:nvPr>
        </p:nvSpPr>
        <p:spPr>
          <a:xfrm>
            <a:off x="7958950" y="2217585"/>
            <a:ext cx="823913" cy="823913"/>
          </a:xfrm>
        </p:spPr>
        <p:txBody>
          <a:bodyPr anchor="ctr"/>
          <a:lstStyle>
            <a:lvl1pPr marL="0" indent="0" algn="ctr">
              <a:buNone/>
              <a:defRPr sz="1050" i="1">
                <a:solidFill>
                  <a:schemeClr val="bg1"/>
                </a:solidFill>
              </a:defRPr>
            </a:lvl1pPr>
          </a:lstStyle>
          <a:p>
            <a:r>
              <a:rPr lang="en-US" dirty="0"/>
              <a:t>Icon</a:t>
            </a:r>
          </a:p>
        </p:txBody>
      </p:sp>
      <p:sp>
        <p:nvSpPr>
          <p:cNvPr id="30" name="Picture Placeholder 25">
            <a:extLst>
              <a:ext uri="{FF2B5EF4-FFF2-40B4-BE49-F238E27FC236}">
                <a16:creationId xmlns:a16="http://schemas.microsoft.com/office/drawing/2014/main" id="{25127DFD-53A7-41A8-B591-AEEC12038026}"/>
              </a:ext>
            </a:extLst>
          </p:cNvPr>
          <p:cNvSpPr>
            <a:spLocks noGrp="1"/>
          </p:cNvSpPr>
          <p:nvPr>
            <p:ph type="pic" sz="quarter" idx="27" hasCustomPrompt="1"/>
          </p:nvPr>
        </p:nvSpPr>
        <p:spPr>
          <a:xfrm>
            <a:off x="10245749" y="2217585"/>
            <a:ext cx="823913" cy="823913"/>
          </a:xfrm>
        </p:spPr>
        <p:txBody>
          <a:bodyPr anchor="ctr"/>
          <a:lstStyle>
            <a:lvl1pPr marL="0" indent="0" algn="ctr">
              <a:buNone/>
              <a:defRPr sz="1050" i="1">
                <a:solidFill>
                  <a:schemeClr val="bg1"/>
                </a:solidFill>
              </a:defRPr>
            </a:lvl1pPr>
          </a:lstStyle>
          <a:p>
            <a:r>
              <a:rPr lang="en-US" dirty="0"/>
              <a:t>Icon</a:t>
            </a:r>
          </a:p>
        </p:txBody>
      </p:sp>
    </p:spTree>
    <p:extLst>
      <p:ext uri="{BB962C8B-B14F-4D97-AF65-F5344CB8AC3E}">
        <p14:creationId xmlns:p14="http://schemas.microsoft.com/office/powerpoint/2010/main" val="38925839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60 40 Vertical Spli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F76D43D-0DDD-4BAD-8213-BDBF75C30A0C}"/>
              </a:ext>
              <a:ext uri="{C183D7F6-B498-43B3-948B-1728B52AA6E4}">
                <adec:decorative xmlns:adec="http://schemas.microsoft.com/office/drawing/2017/decorative" val="1"/>
              </a:ext>
            </a:extLst>
          </p:cNvPr>
          <p:cNvSpPr/>
          <p:nvPr userDrawn="1"/>
        </p:nvSpPr>
        <p:spPr>
          <a:xfrm>
            <a:off x="676118" y="4338116"/>
            <a:ext cx="10839764" cy="45719"/>
          </a:xfrm>
          <a:prstGeom prst="rect">
            <a:avLst/>
          </a:prstGeom>
          <a:solidFill>
            <a:schemeClr val="tx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Text Placeholder 3">
            <a:extLst>
              <a:ext uri="{FF2B5EF4-FFF2-40B4-BE49-F238E27FC236}">
                <a16:creationId xmlns:a16="http://schemas.microsoft.com/office/drawing/2014/main" id="{A6D3ACF3-E1F5-4332-9836-C8E6C46591BB}"/>
              </a:ext>
            </a:extLst>
          </p:cNvPr>
          <p:cNvSpPr txBox="1">
            <a:spLocks/>
          </p:cNvSpPr>
          <p:nvPr userDrawn="1"/>
        </p:nvSpPr>
        <p:spPr>
          <a:xfrm>
            <a:off x="0" y="-436"/>
            <a:ext cx="12192000" cy="4343836"/>
          </a:xfrm>
          <a:prstGeom prst="rect">
            <a:avLst/>
          </a:prstGeom>
          <a:gradFill>
            <a:gsLst>
              <a:gs pos="0">
                <a:schemeClr val="tx2"/>
              </a:gs>
              <a:gs pos="100000">
                <a:schemeClr val="accent2"/>
              </a:gs>
            </a:gsLst>
            <a:lin ang="14400000" scaled="0"/>
          </a:gradFill>
        </p:spPr>
        <p:txBody>
          <a:bodyPr/>
          <a:lstStyle>
            <a:lvl1pPr marL="266700" indent="-266700" algn="l" defTabSz="914400" rtl="0" eaLnBrk="1" latinLnBrk="0" hangingPunct="1">
              <a:lnSpc>
                <a:spcPct val="100000"/>
              </a:lnSpc>
              <a:spcBef>
                <a:spcPts val="0"/>
              </a:spcBef>
              <a:spcAft>
                <a:spcPts val="1000"/>
              </a:spcAft>
              <a:buClr>
                <a:schemeClr val="accent2"/>
              </a:buClr>
              <a:buFont typeface="Arial" panose="020B0604020202020204" pitchFamily="34" charset="0"/>
              <a:buChar char="●"/>
              <a:defRPr sz="1600" kern="1200">
                <a:solidFill>
                  <a:schemeClr val="tx1"/>
                </a:solidFill>
                <a:latin typeface="+mn-lt"/>
                <a:ea typeface="+mn-ea"/>
                <a:cs typeface="+mn-cs"/>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solidFill>
                <a:latin typeface="+mn-lt"/>
                <a:ea typeface="+mn-ea"/>
                <a:cs typeface="+mn-cs"/>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solidFill>
                <a:latin typeface="+mn-lt"/>
                <a:ea typeface="+mn-ea"/>
                <a:cs typeface="+mn-cs"/>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solidFill>
                <a:latin typeface="+mn-lt"/>
                <a:ea typeface="+mn-ea"/>
                <a:cs typeface="+mn-cs"/>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noProof="0" dirty="0"/>
          </a:p>
        </p:txBody>
      </p:sp>
      <p:sp>
        <p:nvSpPr>
          <p:cNvPr id="2" name="Title 1">
            <a:extLst>
              <a:ext uri="{FF2B5EF4-FFF2-40B4-BE49-F238E27FC236}">
                <a16:creationId xmlns:a16="http://schemas.microsoft.com/office/drawing/2014/main" id="{0BDF8FE7-66F4-4586-B49B-61E115ED291E}"/>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
        <p:nvSpPr>
          <p:cNvPr id="6" name="Footer Placeholder 5">
            <a:extLst>
              <a:ext uri="{FF2B5EF4-FFF2-40B4-BE49-F238E27FC236}">
                <a16:creationId xmlns:a16="http://schemas.microsoft.com/office/drawing/2014/main" id="{AEB5B890-F885-418C-9812-59970CAC6BCD}"/>
              </a:ext>
            </a:extLst>
          </p:cNvPr>
          <p:cNvSpPr>
            <a:spLocks noGrp="1"/>
          </p:cNvSpPr>
          <p:nvPr>
            <p:ph type="ftr" sz="quarter" idx="10"/>
          </p:nvPr>
        </p:nvSpPr>
        <p:spPr/>
        <p:txBody>
          <a:bodyPr/>
          <a:lstStyle/>
          <a:p>
            <a:endParaRPr lang="en-US" noProof="0" dirty="0"/>
          </a:p>
        </p:txBody>
      </p:sp>
      <p:sp>
        <p:nvSpPr>
          <p:cNvPr id="7" name="Slide Number Placeholder 6">
            <a:extLst>
              <a:ext uri="{FF2B5EF4-FFF2-40B4-BE49-F238E27FC236}">
                <a16:creationId xmlns:a16="http://schemas.microsoft.com/office/drawing/2014/main" id="{50521507-88DE-417D-8076-D9152E1E1409}"/>
              </a:ext>
            </a:extLst>
          </p:cNvPr>
          <p:cNvSpPr>
            <a:spLocks noGrp="1"/>
          </p:cNvSpPr>
          <p:nvPr>
            <p:ph type="sldNum" sz="quarter" idx="11"/>
          </p:nvPr>
        </p:nvSpPr>
        <p:spPr/>
        <p:txBody>
          <a:bodyPr/>
          <a:lstStyle/>
          <a:p>
            <a:fld id="{EECC7194-A4D0-457B-9D3E-53681723AFF7}" type="slidenum">
              <a:rPr lang="en-US" noProof="0" smtClean="0"/>
              <a:pPr/>
              <a:t>‹#›</a:t>
            </a:fld>
            <a:endParaRPr lang="en-US" noProof="0" dirty="0"/>
          </a:p>
        </p:txBody>
      </p:sp>
      <p:sp>
        <p:nvSpPr>
          <p:cNvPr id="4" name="Text Placeholder 3">
            <a:extLst>
              <a:ext uri="{FF2B5EF4-FFF2-40B4-BE49-F238E27FC236}">
                <a16:creationId xmlns:a16="http://schemas.microsoft.com/office/drawing/2014/main" id="{1DFC7DDD-6F93-45F8-AFD6-95AA051FE809}"/>
              </a:ext>
            </a:extLst>
          </p:cNvPr>
          <p:cNvSpPr>
            <a:spLocks noGrp="1"/>
          </p:cNvSpPr>
          <p:nvPr>
            <p:ph type="body" sz="quarter" idx="12" hasCustomPrompt="1"/>
          </p:nvPr>
        </p:nvSpPr>
        <p:spPr>
          <a:xfrm>
            <a:off x="684213" y="1405643"/>
            <a:ext cx="7559675" cy="360000"/>
          </a:xfrm>
        </p:spPr>
        <p:txBody>
          <a:bodyPr/>
          <a:lstStyle>
            <a:lvl1pPr marL="0" indent="0">
              <a:buNone/>
              <a:defRPr sz="2200">
                <a:solidFill>
                  <a:schemeClr val="bg1"/>
                </a:solidFill>
                <a:latin typeface="+mj-lt"/>
              </a:defRPr>
            </a:lvl1pPr>
          </a:lstStyle>
          <a:p>
            <a:pPr lvl="0"/>
            <a:r>
              <a:rPr lang="en-US" noProof="0"/>
              <a:t>SUBTITLE</a:t>
            </a:r>
          </a:p>
        </p:txBody>
      </p:sp>
      <p:sp>
        <p:nvSpPr>
          <p:cNvPr id="21" name="Freeform: Shape 20">
            <a:extLst>
              <a:ext uri="{FF2B5EF4-FFF2-40B4-BE49-F238E27FC236}">
                <a16:creationId xmlns:a16="http://schemas.microsoft.com/office/drawing/2014/main" id="{D1CD6042-5DF4-4624-BC32-25F68745304A}"/>
              </a:ext>
            </a:extLst>
          </p:cNvPr>
          <p:cNvSpPr/>
          <p:nvPr userDrawn="1"/>
        </p:nvSpPr>
        <p:spPr>
          <a:xfrm rot="5400000">
            <a:off x="8220300" y="371700"/>
            <a:ext cx="4343400" cy="3600000"/>
          </a:xfrm>
          <a:custGeom>
            <a:avLst/>
            <a:gdLst>
              <a:gd name="connsiteX0" fmla="*/ 0 w 4343400"/>
              <a:gd name="connsiteY0" fmla="*/ 3600000 h 3600000"/>
              <a:gd name="connsiteX1" fmla="*/ 0 w 4343400"/>
              <a:gd name="connsiteY1" fmla="*/ 0 h 3600000"/>
              <a:gd name="connsiteX2" fmla="*/ 180000 w 4343400"/>
              <a:gd name="connsiteY2" fmla="*/ 0 h 3600000"/>
              <a:gd name="connsiteX3" fmla="*/ 4343400 w 4343400"/>
              <a:gd name="connsiteY3" fmla="*/ 0 h 3600000"/>
              <a:gd name="connsiteX4" fmla="*/ 4343400 w 4343400"/>
              <a:gd name="connsiteY4" fmla="*/ 180000 h 3600000"/>
              <a:gd name="connsiteX5" fmla="*/ 180000 w 4343400"/>
              <a:gd name="connsiteY5" fmla="*/ 180000 h 3600000"/>
              <a:gd name="connsiteX6" fmla="*/ 180000 w 4343400"/>
              <a:gd name="connsiteY6"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43400" h="3600000">
                <a:moveTo>
                  <a:pt x="0" y="3600000"/>
                </a:moveTo>
                <a:lnTo>
                  <a:pt x="0" y="0"/>
                </a:lnTo>
                <a:lnTo>
                  <a:pt x="180000" y="0"/>
                </a:lnTo>
                <a:lnTo>
                  <a:pt x="4343400" y="0"/>
                </a:lnTo>
                <a:lnTo>
                  <a:pt x="4343400" y="180000"/>
                </a:lnTo>
                <a:lnTo>
                  <a:pt x="180000" y="180000"/>
                </a:lnTo>
                <a:lnTo>
                  <a:pt x="180000" y="3600000"/>
                </a:lnTo>
                <a:close/>
              </a:path>
            </a:pathLst>
          </a:custGeom>
          <a:gradFill>
            <a:gsLst>
              <a:gs pos="0">
                <a:schemeClr val="bg1">
                  <a:alpha val="5000"/>
                </a:schemeClr>
              </a:gs>
              <a:gs pos="100000">
                <a:schemeClr val="bg1">
                  <a:alpha val="3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9" name="Freeform: Shape 18">
            <a:extLst>
              <a:ext uri="{FF2B5EF4-FFF2-40B4-BE49-F238E27FC236}">
                <a16:creationId xmlns:a16="http://schemas.microsoft.com/office/drawing/2014/main" id="{6294759C-286C-4281-B194-581C766EEF28}"/>
              </a:ext>
            </a:extLst>
          </p:cNvPr>
          <p:cNvSpPr/>
          <p:nvPr userDrawn="1"/>
        </p:nvSpPr>
        <p:spPr>
          <a:xfrm rot="5400000">
            <a:off x="9134700" y="3800700"/>
            <a:ext cx="2514600" cy="3600000"/>
          </a:xfrm>
          <a:custGeom>
            <a:avLst/>
            <a:gdLst>
              <a:gd name="connsiteX0" fmla="*/ 0 w 2514600"/>
              <a:gd name="connsiteY0" fmla="*/ 180000 h 3600000"/>
              <a:gd name="connsiteX1" fmla="*/ 0 w 2514600"/>
              <a:gd name="connsiteY1" fmla="*/ 0 h 3600000"/>
              <a:gd name="connsiteX2" fmla="*/ 2334600 w 2514600"/>
              <a:gd name="connsiteY2" fmla="*/ 0 h 3600000"/>
              <a:gd name="connsiteX3" fmla="*/ 2514600 w 2514600"/>
              <a:gd name="connsiteY3" fmla="*/ 0 h 3600000"/>
              <a:gd name="connsiteX4" fmla="*/ 2514600 w 2514600"/>
              <a:gd name="connsiteY4" fmla="*/ 180000 h 3600000"/>
              <a:gd name="connsiteX5" fmla="*/ 2514600 w 2514600"/>
              <a:gd name="connsiteY5" fmla="*/ 3600000 h 3600000"/>
              <a:gd name="connsiteX6" fmla="*/ 2334600 w 2514600"/>
              <a:gd name="connsiteY6" fmla="*/ 3600000 h 3600000"/>
              <a:gd name="connsiteX7" fmla="*/ 2334600 w 2514600"/>
              <a:gd name="connsiteY7" fmla="*/ 18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4600" h="3600000">
                <a:moveTo>
                  <a:pt x="0" y="180000"/>
                </a:moveTo>
                <a:lnTo>
                  <a:pt x="0" y="0"/>
                </a:lnTo>
                <a:lnTo>
                  <a:pt x="2334600" y="0"/>
                </a:lnTo>
                <a:lnTo>
                  <a:pt x="2514600" y="0"/>
                </a:lnTo>
                <a:lnTo>
                  <a:pt x="2514600" y="180000"/>
                </a:lnTo>
                <a:lnTo>
                  <a:pt x="2514600" y="3600000"/>
                </a:lnTo>
                <a:lnTo>
                  <a:pt x="2334600" y="3600000"/>
                </a:lnTo>
                <a:lnTo>
                  <a:pt x="2334600" y="180000"/>
                </a:lnTo>
                <a:close/>
              </a:path>
            </a:pathLst>
          </a:custGeom>
          <a:solidFill>
            <a:schemeClr val="tx1">
              <a:lumMod val="50000"/>
              <a:lumOff val="5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578943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6 x Content Block with Icon">
    <p:spTree>
      <p:nvGrpSpPr>
        <p:cNvPr id="1" name=""/>
        <p:cNvGrpSpPr/>
        <p:nvPr/>
      </p:nvGrpSpPr>
      <p:grpSpPr>
        <a:xfrm>
          <a:off x="0" y="0"/>
          <a:ext cx="0" cy="0"/>
          <a:chOff x="0" y="0"/>
          <a:chExt cx="0" cy="0"/>
        </a:xfrm>
      </p:grpSpPr>
      <p:sp>
        <p:nvSpPr>
          <p:cNvPr id="6" name="Picture Placeholder 23">
            <a:extLst>
              <a:ext uri="{FF2B5EF4-FFF2-40B4-BE49-F238E27FC236}">
                <a16:creationId xmlns:a16="http://schemas.microsoft.com/office/drawing/2014/main" id="{E6622698-E93D-4214-8C21-38DBE58C2E3F}"/>
              </a:ext>
            </a:extLst>
          </p:cNvPr>
          <p:cNvSpPr>
            <a:spLocks noGrp="1"/>
          </p:cNvSpPr>
          <p:nvPr>
            <p:ph type="pic" sz="quarter" idx="12" hasCustomPrompt="1"/>
          </p:nvPr>
        </p:nvSpPr>
        <p:spPr>
          <a:xfrm>
            <a:off x="180000" y="179109"/>
            <a:ext cx="11832000" cy="6513922"/>
          </a:xfrm>
          <a:custGeom>
            <a:avLst/>
            <a:gdLst>
              <a:gd name="connsiteX0" fmla="*/ 0 w 11832000"/>
              <a:gd name="connsiteY0" fmla="*/ 0 h 6513922"/>
              <a:gd name="connsiteX1" fmla="*/ 8412000 w 11832000"/>
              <a:gd name="connsiteY1" fmla="*/ 0 h 6513922"/>
              <a:gd name="connsiteX2" fmla="*/ 8412000 w 11832000"/>
              <a:gd name="connsiteY2" fmla="*/ 891 h 6513922"/>
              <a:gd name="connsiteX3" fmla="*/ 11832000 w 11832000"/>
              <a:gd name="connsiteY3" fmla="*/ 891 h 6513922"/>
              <a:gd name="connsiteX4" fmla="*/ 11832000 w 11832000"/>
              <a:gd name="connsiteY4" fmla="*/ 6498891 h 6513922"/>
              <a:gd name="connsiteX5" fmla="*/ 8412000 w 11832000"/>
              <a:gd name="connsiteY5" fmla="*/ 6498891 h 6513922"/>
              <a:gd name="connsiteX6" fmla="*/ 8412000 w 11832000"/>
              <a:gd name="connsiteY6" fmla="*/ 6513922 h 6513922"/>
              <a:gd name="connsiteX7" fmla="*/ 0 w 11832000"/>
              <a:gd name="connsiteY7" fmla="*/ 6513922 h 651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32000" h="6513922">
                <a:moveTo>
                  <a:pt x="0" y="0"/>
                </a:moveTo>
                <a:lnTo>
                  <a:pt x="8412000" y="0"/>
                </a:lnTo>
                <a:lnTo>
                  <a:pt x="8412000" y="891"/>
                </a:lnTo>
                <a:lnTo>
                  <a:pt x="11832000" y="891"/>
                </a:lnTo>
                <a:lnTo>
                  <a:pt x="11832000" y="6498891"/>
                </a:lnTo>
                <a:lnTo>
                  <a:pt x="8412000" y="6498891"/>
                </a:lnTo>
                <a:lnTo>
                  <a:pt x="8412000" y="6513922"/>
                </a:lnTo>
                <a:lnTo>
                  <a:pt x="0" y="6513922"/>
                </a:lnTo>
                <a:close/>
              </a:path>
            </a:pathLst>
          </a:custGeom>
          <a:solidFill>
            <a:schemeClr val="tx1">
              <a:lumMod val="75000"/>
              <a:lumOff val="25000"/>
            </a:schemeClr>
          </a:solidFill>
        </p:spPr>
        <p:txBody>
          <a:bodyPr wrap="square" lIns="0" tIns="1224000" rIns="0" anchor="t">
            <a:noAutofit/>
          </a:bodyPr>
          <a:lstStyle>
            <a:lvl1pPr marL="0" indent="0" algn="ctr">
              <a:lnSpc>
                <a:spcPct val="100000"/>
              </a:lnSpc>
              <a:buNone/>
              <a:defRPr sz="1200" i="1">
                <a:solidFill>
                  <a:schemeClr val="bg1"/>
                </a:solidFill>
              </a:defRPr>
            </a:lvl1pPr>
          </a:lstStyle>
          <a:p>
            <a:r>
              <a:rPr lang="en-US" dirty="0"/>
              <a:t>Drag &amp; Drop Your </a:t>
            </a:r>
            <a:br>
              <a:rPr lang="en-US" dirty="0"/>
            </a:br>
            <a:r>
              <a:rPr lang="en-US" dirty="0"/>
              <a:t>Background Photo Here</a:t>
            </a:r>
          </a:p>
        </p:txBody>
      </p:sp>
      <p:sp>
        <p:nvSpPr>
          <p:cNvPr id="9" name="Freeform: Shape 8">
            <a:extLst>
              <a:ext uri="{FF2B5EF4-FFF2-40B4-BE49-F238E27FC236}">
                <a16:creationId xmlns:a16="http://schemas.microsoft.com/office/drawing/2014/main" id="{1706BC54-FE11-4237-96CC-8DA267DB5D7C}"/>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a:xfrm>
            <a:off x="684000" y="808186"/>
            <a:ext cx="7560000" cy="370166"/>
          </a:xfrm>
        </p:spPr>
        <p:txBody>
          <a:bodyPr/>
          <a:lstStyle>
            <a:lvl1pPr>
              <a:defRPr>
                <a:solidFill>
                  <a:schemeClr val="bg1"/>
                </a:solidFill>
              </a:defRPr>
            </a:lvl1pPr>
          </a:lstStyle>
          <a:p>
            <a:r>
              <a:rPr lang="en-US"/>
              <a:t>Click to edit Master title style</a:t>
            </a:r>
            <a:endParaRPr lang="en-US" dirty="0"/>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smtClean="0"/>
              <a:pPr/>
              <a:t>‹#›</a:t>
            </a:fld>
            <a:endParaRPr lang="en-US" dirty="0"/>
          </a:p>
        </p:txBody>
      </p:sp>
      <p:sp>
        <p:nvSpPr>
          <p:cNvPr id="5" name="Text Placeholder 4">
            <a:extLst>
              <a:ext uri="{FF2B5EF4-FFF2-40B4-BE49-F238E27FC236}">
                <a16:creationId xmlns:a16="http://schemas.microsoft.com/office/drawing/2014/main" id="{C430C70C-09F9-40EE-9A89-ED9A5DCFD98D}"/>
              </a:ext>
            </a:extLst>
          </p:cNvPr>
          <p:cNvSpPr>
            <a:spLocks noGrp="1"/>
          </p:cNvSpPr>
          <p:nvPr>
            <p:ph type="body" sz="quarter" idx="13" hasCustomPrompt="1"/>
          </p:nvPr>
        </p:nvSpPr>
        <p:spPr>
          <a:xfrm>
            <a:off x="1470581" y="2186444"/>
            <a:ext cx="2812282" cy="1242556"/>
          </a:xfrm>
        </p:spPr>
        <p:txBody>
          <a:bodyPr/>
          <a:lstStyle>
            <a:lvl1pPr marL="0" inden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3" name="Text Placeholder 12">
            <a:extLst>
              <a:ext uri="{FF2B5EF4-FFF2-40B4-BE49-F238E27FC236}">
                <a16:creationId xmlns:a16="http://schemas.microsoft.com/office/drawing/2014/main" id="{278D9ACA-AB64-4D04-A5E0-23AC8B81EC2C}"/>
              </a:ext>
            </a:extLst>
          </p:cNvPr>
          <p:cNvSpPr>
            <a:spLocks noGrp="1"/>
          </p:cNvSpPr>
          <p:nvPr>
            <p:ph type="body" sz="quarter" idx="14" hasCustomPrompt="1"/>
          </p:nvPr>
        </p:nvSpPr>
        <p:spPr>
          <a:xfrm>
            <a:off x="1470581" y="1775806"/>
            <a:ext cx="2812282" cy="297888"/>
          </a:xfrm>
        </p:spPr>
        <p:txBody>
          <a:bodyP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
        <p:nvSpPr>
          <p:cNvPr id="15" name="Text Placeholder 4">
            <a:extLst>
              <a:ext uri="{FF2B5EF4-FFF2-40B4-BE49-F238E27FC236}">
                <a16:creationId xmlns:a16="http://schemas.microsoft.com/office/drawing/2014/main" id="{F3B4EB62-0A18-46F9-98F0-E8FC5EBAF37E}"/>
              </a:ext>
            </a:extLst>
          </p:cNvPr>
          <p:cNvSpPr>
            <a:spLocks noGrp="1"/>
          </p:cNvSpPr>
          <p:nvPr>
            <p:ph type="body" sz="quarter" idx="15" hasCustomPrompt="1"/>
          </p:nvPr>
        </p:nvSpPr>
        <p:spPr>
          <a:xfrm>
            <a:off x="5031291" y="2186444"/>
            <a:ext cx="2812282" cy="1242556"/>
          </a:xfrm>
        </p:spPr>
        <p:txBody>
          <a:bodyPr/>
          <a:lstStyle>
            <a:lvl1pPr marL="0" inden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6" name="Text Placeholder 12">
            <a:extLst>
              <a:ext uri="{FF2B5EF4-FFF2-40B4-BE49-F238E27FC236}">
                <a16:creationId xmlns:a16="http://schemas.microsoft.com/office/drawing/2014/main" id="{A3B2D4DF-9952-49C7-B850-559AD0DF27D5}"/>
              </a:ext>
            </a:extLst>
          </p:cNvPr>
          <p:cNvSpPr>
            <a:spLocks noGrp="1"/>
          </p:cNvSpPr>
          <p:nvPr>
            <p:ph type="body" sz="quarter" idx="16" hasCustomPrompt="1"/>
          </p:nvPr>
        </p:nvSpPr>
        <p:spPr>
          <a:xfrm>
            <a:off x="5031291" y="1775806"/>
            <a:ext cx="2812282" cy="297888"/>
          </a:xfrm>
        </p:spPr>
        <p:txBody>
          <a:bodyP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
        <p:nvSpPr>
          <p:cNvPr id="17" name="Text Placeholder 4">
            <a:extLst>
              <a:ext uri="{FF2B5EF4-FFF2-40B4-BE49-F238E27FC236}">
                <a16:creationId xmlns:a16="http://schemas.microsoft.com/office/drawing/2014/main" id="{BCE373B8-7ADE-4DC4-9900-59147BFA16E7}"/>
              </a:ext>
            </a:extLst>
          </p:cNvPr>
          <p:cNvSpPr>
            <a:spLocks noGrp="1"/>
          </p:cNvSpPr>
          <p:nvPr>
            <p:ph type="body" sz="quarter" idx="17" hasCustomPrompt="1"/>
          </p:nvPr>
        </p:nvSpPr>
        <p:spPr>
          <a:xfrm>
            <a:off x="8592000" y="2186444"/>
            <a:ext cx="2812282" cy="1242556"/>
          </a:xfrm>
        </p:spPr>
        <p:txBody>
          <a:bodyPr/>
          <a:lstStyle>
            <a:lvl1pPr marL="0" inden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8" name="Text Placeholder 12">
            <a:extLst>
              <a:ext uri="{FF2B5EF4-FFF2-40B4-BE49-F238E27FC236}">
                <a16:creationId xmlns:a16="http://schemas.microsoft.com/office/drawing/2014/main" id="{28F027FF-E9AF-4E49-AC44-48D21AD761AA}"/>
              </a:ext>
            </a:extLst>
          </p:cNvPr>
          <p:cNvSpPr>
            <a:spLocks noGrp="1"/>
          </p:cNvSpPr>
          <p:nvPr>
            <p:ph type="body" sz="quarter" idx="18" hasCustomPrompt="1"/>
          </p:nvPr>
        </p:nvSpPr>
        <p:spPr>
          <a:xfrm>
            <a:off x="8592000" y="1775806"/>
            <a:ext cx="2812282" cy="297888"/>
          </a:xfrm>
        </p:spPr>
        <p:txBody>
          <a:bodyP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
        <p:nvSpPr>
          <p:cNvPr id="19" name="Text Placeholder 4">
            <a:extLst>
              <a:ext uri="{FF2B5EF4-FFF2-40B4-BE49-F238E27FC236}">
                <a16:creationId xmlns:a16="http://schemas.microsoft.com/office/drawing/2014/main" id="{3E6D854C-C76F-49BA-9E74-F438CA8EA9E2}"/>
              </a:ext>
            </a:extLst>
          </p:cNvPr>
          <p:cNvSpPr>
            <a:spLocks noGrp="1"/>
          </p:cNvSpPr>
          <p:nvPr>
            <p:ph type="body" sz="quarter" idx="19" hasCustomPrompt="1"/>
          </p:nvPr>
        </p:nvSpPr>
        <p:spPr>
          <a:xfrm>
            <a:off x="1470581" y="4335857"/>
            <a:ext cx="2812282" cy="1242556"/>
          </a:xfrm>
        </p:spPr>
        <p:txBody>
          <a:bodyPr/>
          <a:lstStyle>
            <a:lvl1pPr marL="0" inden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20" name="Text Placeholder 12">
            <a:extLst>
              <a:ext uri="{FF2B5EF4-FFF2-40B4-BE49-F238E27FC236}">
                <a16:creationId xmlns:a16="http://schemas.microsoft.com/office/drawing/2014/main" id="{AD447D7D-C1F4-4AD4-AE22-EB8E7F1C419E}"/>
              </a:ext>
            </a:extLst>
          </p:cNvPr>
          <p:cNvSpPr>
            <a:spLocks noGrp="1"/>
          </p:cNvSpPr>
          <p:nvPr>
            <p:ph type="body" sz="quarter" idx="20" hasCustomPrompt="1"/>
          </p:nvPr>
        </p:nvSpPr>
        <p:spPr>
          <a:xfrm>
            <a:off x="1470581" y="3925219"/>
            <a:ext cx="2812282" cy="297888"/>
          </a:xfrm>
        </p:spPr>
        <p:txBody>
          <a:bodyP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
        <p:nvSpPr>
          <p:cNvPr id="21" name="Text Placeholder 4">
            <a:extLst>
              <a:ext uri="{FF2B5EF4-FFF2-40B4-BE49-F238E27FC236}">
                <a16:creationId xmlns:a16="http://schemas.microsoft.com/office/drawing/2014/main" id="{849DF703-38D0-4214-9432-83570E10EFED}"/>
              </a:ext>
            </a:extLst>
          </p:cNvPr>
          <p:cNvSpPr>
            <a:spLocks noGrp="1"/>
          </p:cNvSpPr>
          <p:nvPr>
            <p:ph type="body" sz="quarter" idx="21" hasCustomPrompt="1"/>
          </p:nvPr>
        </p:nvSpPr>
        <p:spPr>
          <a:xfrm>
            <a:off x="5031291" y="4335857"/>
            <a:ext cx="2812282" cy="1242556"/>
          </a:xfrm>
        </p:spPr>
        <p:txBody>
          <a:bodyPr/>
          <a:lstStyle>
            <a:lvl1pPr marL="0" inden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22" name="Text Placeholder 12">
            <a:extLst>
              <a:ext uri="{FF2B5EF4-FFF2-40B4-BE49-F238E27FC236}">
                <a16:creationId xmlns:a16="http://schemas.microsoft.com/office/drawing/2014/main" id="{F9EB6572-1A9F-4672-8E42-A4E15451CA20}"/>
              </a:ext>
            </a:extLst>
          </p:cNvPr>
          <p:cNvSpPr>
            <a:spLocks noGrp="1"/>
          </p:cNvSpPr>
          <p:nvPr>
            <p:ph type="body" sz="quarter" idx="22" hasCustomPrompt="1"/>
          </p:nvPr>
        </p:nvSpPr>
        <p:spPr>
          <a:xfrm>
            <a:off x="5031291" y="3925219"/>
            <a:ext cx="2812282" cy="297888"/>
          </a:xfrm>
        </p:spPr>
        <p:txBody>
          <a:bodyP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
        <p:nvSpPr>
          <p:cNvPr id="23" name="Text Placeholder 4">
            <a:extLst>
              <a:ext uri="{FF2B5EF4-FFF2-40B4-BE49-F238E27FC236}">
                <a16:creationId xmlns:a16="http://schemas.microsoft.com/office/drawing/2014/main" id="{0740EB70-455C-47FF-9A9A-0D78D202ED03}"/>
              </a:ext>
            </a:extLst>
          </p:cNvPr>
          <p:cNvSpPr>
            <a:spLocks noGrp="1"/>
          </p:cNvSpPr>
          <p:nvPr>
            <p:ph type="body" sz="quarter" idx="23" hasCustomPrompt="1"/>
          </p:nvPr>
        </p:nvSpPr>
        <p:spPr>
          <a:xfrm>
            <a:off x="8592000" y="4335857"/>
            <a:ext cx="2812282" cy="1242556"/>
          </a:xfrm>
        </p:spPr>
        <p:txBody>
          <a:bodyPr/>
          <a:lstStyle>
            <a:lvl1pPr marL="0" inden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24" name="Text Placeholder 12">
            <a:extLst>
              <a:ext uri="{FF2B5EF4-FFF2-40B4-BE49-F238E27FC236}">
                <a16:creationId xmlns:a16="http://schemas.microsoft.com/office/drawing/2014/main" id="{CD9A5773-4F50-4631-9B7A-0A2D83E5DC28}"/>
              </a:ext>
            </a:extLst>
          </p:cNvPr>
          <p:cNvSpPr>
            <a:spLocks noGrp="1"/>
          </p:cNvSpPr>
          <p:nvPr>
            <p:ph type="body" sz="quarter" idx="24" hasCustomPrompt="1"/>
          </p:nvPr>
        </p:nvSpPr>
        <p:spPr>
          <a:xfrm>
            <a:off x="8592000" y="3925219"/>
            <a:ext cx="2812282" cy="297888"/>
          </a:xfrm>
        </p:spPr>
        <p:txBody>
          <a:bodyP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Tree>
    <p:extLst>
      <p:ext uri="{BB962C8B-B14F-4D97-AF65-F5344CB8AC3E}">
        <p14:creationId xmlns:p14="http://schemas.microsoft.com/office/powerpoint/2010/main" val="38759879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 x Content Block with Icon">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45350A6A-6F84-47F4-AE00-8295D96D08C8}"/>
              </a:ext>
            </a:extLst>
          </p:cNvPr>
          <p:cNvSpPr/>
          <p:nvPr userDrawn="1"/>
        </p:nvSpPr>
        <p:spPr>
          <a:xfrm rot="5400000">
            <a:off x="8677500" y="3343500"/>
            <a:ext cx="3429000" cy="3600000"/>
          </a:xfrm>
          <a:custGeom>
            <a:avLst/>
            <a:gdLst>
              <a:gd name="connsiteX0" fmla="*/ 0 w 3429000"/>
              <a:gd name="connsiteY0" fmla="*/ 180000 h 3600000"/>
              <a:gd name="connsiteX1" fmla="*/ 0 w 3429000"/>
              <a:gd name="connsiteY1" fmla="*/ 0 h 3600000"/>
              <a:gd name="connsiteX2" fmla="*/ 3249000 w 3429000"/>
              <a:gd name="connsiteY2" fmla="*/ 0 h 3600000"/>
              <a:gd name="connsiteX3" fmla="*/ 3429000 w 3429000"/>
              <a:gd name="connsiteY3" fmla="*/ 0 h 3600000"/>
              <a:gd name="connsiteX4" fmla="*/ 3429000 w 3429000"/>
              <a:gd name="connsiteY4" fmla="*/ 180000 h 3600000"/>
              <a:gd name="connsiteX5" fmla="*/ 3429000 w 3429000"/>
              <a:gd name="connsiteY5" fmla="*/ 3600000 h 3600000"/>
              <a:gd name="connsiteX6" fmla="*/ 3249000 w 3429000"/>
              <a:gd name="connsiteY6" fmla="*/ 3600000 h 3600000"/>
              <a:gd name="connsiteX7" fmla="*/ 3249000 w 3429000"/>
              <a:gd name="connsiteY7" fmla="*/ 18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000" h="3600000">
                <a:moveTo>
                  <a:pt x="0" y="180000"/>
                </a:moveTo>
                <a:lnTo>
                  <a:pt x="0" y="0"/>
                </a:lnTo>
                <a:lnTo>
                  <a:pt x="3249000" y="0"/>
                </a:lnTo>
                <a:lnTo>
                  <a:pt x="3429000" y="0"/>
                </a:lnTo>
                <a:lnTo>
                  <a:pt x="3429000" y="180000"/>
                </a:lnTo>
                <a:lnTo>
                  <a:pt x="3429000" y="3600000"/>
                </a:lnTo>
                <a:lnTo>
                  <a:pt x="3249000" y="3600000"/>
                </a:lnTo>
                <a:lnTo>
                  <a:pt x="3249000" y="180000"/>
                </a:lnTo>
                <a:close/>
              </a:path>
            </a:pathLst>
          </a:custGeom>
          <a:solidFill>
            <a:schemeClr val="tx1">
              <a:lumMod val="50000"/>
              <a:lumOff val="5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Text Placeholder 3">
            <a:extLst>
              <a:ext uri="{FF2B5EF4-FFF2-40B4-BE49-F238E27FC236}">
                <a16:creationId xmlns:a16="http://schemas.microsoft.com/office/drawing/2014/main" id="{6A395197-9758-40F0-B747-F8B134C175EB}"/>
              </a:ext>
            </a:extLst>
          </p:cNvPr>
          <p:cNvSpPr txBox="1">
            <a:spLocks/>
          </p:cNvSpPr>
          <p:nvPr userDrawn="1"/>
        </p:nvSpPr>
        <p:spPr>
          <a:xfrm>
            <a:off x="0" y="-436"/>
            <a:ext cx="12192000" cy="3429436"/>
          </a:xfrm>
          <a:prstGeom prst="rect">
            <a:avLst/>
          </a:prstGeom>
          <a:gradFill>
            <a:gsLst>
              <a:gs pos="0">
                <a:schemeClr val="tx2"/>
              </a:gs>
              <a:gs pos="100000">
                <a:schemeClr val="accent2"/>
              </a:gs>
            </a:gsLst>
            <a:lin ang="14400000" scaled="0"/>
          </a:gradFill>
        </p:spPr>
        <p:txBody>
          <a:bodyPr/>
          <a:lstStyle>
            <a:lvl1pPr marL="266700" indent="-266700" algn="l" defTabSz="914400" rtl="0" eaLnBrk="1" latinLnBrk="0" hangingPunct="1">
              <a:lnSpc>
                <a:spcPct val="100000"/>
              </a:lnSpc>
              <a:spcBef>
                <a:spcPts val="0"/>
              </a:spcBef>
              <a:spcAft>
                <a:spcPts val="1000"/>
              </a:spcAft>
              <a:buClr>
                <a:schemeClr val="accent2"/>
              </a:buClr>
              <a:buFont typeface="Arial" panose="020B0604020202020204" pitchFamily="34" charset="0"/>
              <a:buChar char="●"/>
              <a:defRPr sz="1600" kern="1200">
                <a:solidFill>
                  <a:schemeClr val="tx1"/>
                </a:solidFill>
                <a:latin typeface="+mn-lt"/>
                <a:ea typeface="+mn-ea"/>
                <a:cs typeface="+mn-cs"/>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solidFill>
                <a:latin typeface="+mn-lt"/>
                <a:ea typeface="+mn-ea"/>
                <a:cs typeface="+mn-cs"/>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solidFill>
                <a:latin typeface="+mn-lt"/>
                <a:ea typeface="+mn-ea"/>
                <a:cs typeface="+mn-cs"/>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solidFill>
                <a:latin typeface="+mn-lt"/>
                <a:ea typeface="+mn-ea"/>
                <a:cs typeface="+mn-cs"/>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noProof="0" dirty="0"/>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a:xfrm>
            <a:off x="684000" y="808186"/>
            <a:ext cx="7560000" cy="370166"/>
          </a:xfrm>
        </p:spPr>
        <p:txBody>
          <a:bodyPr/>
          <a:lstStyle>
            <a:lvl1pPr>
              <a:defRPr>
                <a:solidFill>
                  <a:schemeClr val="bg1"/>
                </a:solidFill>
              </a:defRPr>
            </a:lvl1pPr>
          </a:lstStyle>
          <a:p>
            <a:r>
              <a:rPr lang="en-US" noProof="0"/>
              <a:t>Click to edit Master title style</a:t>
            </a:r>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p>
            <a:endParaRPr lang="en-US" noProof="0"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noProof="0" smtClean="0"/>
              <a:pPr/>
              <a:t>‹#›</a:t>
            </a:fld>
            <a:endParaRPr lang="en-US" noProof="0" dirty="0"/>
          </a:p>
        </p:txBody>
      </p:sp>
      <p:sp>
        <p:nvSpPr>
          <p:cNvPr id="5" name="Text Placeholder 4">
            <a:extLst>
              <a:ext uri="{FF2B5EF4-FFF2-40B4-BE49-F238E27FC236}">
                <a16:creationId xmlns:a16="http://schemas.microsoft.com/office/drawing/2014/main" id="{C430C70C-09F9-40EE-9A89-ED9A5DCFD98D}"/>
              </a:ext>
            </a:extLst>
          </p:cNvPr>
          <p:cNvSpPr>
            <a:spLocks noGrp="1"/>
          </p:cNvSpPr>
          <p:nvPr>
            <p:ph type="body" sz="quarter" idx="13" hasCustomPrompt="1"/>
          </p:nvPr>
        </p:nvSpPr>
        <p:spPr>
          <a:xfrm>
            <a:off x="682863" y="3668499"/>
            <a:ext cx="3276000" cy="2238815"/>
          </a:xfrm>
        </p:spPr>
        <p:txBody>
          <a:bodyPr lIns="108000"/>
          <a:lstStyle>
            <a:lvl1pPr marL="171450" indent="-171450">
              <a:buClr>
                <a:schemeClr val="accent2"/>
              </a:buClr>
              <a:buFont typeface="Arial" panose="020B0604020202020204" pitchFamily="34" charset="0"/>
              <a:buChar char="•"/>
              <a:defRPr sz="1200">
                <a:solidFill>
                  <a:schemeClr val="tx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Description</a:t>
            </a:r>
          </a:p>
        </p:txBody>
      </p:sp>
      <p:sp>
        <p:nvSpPr>
          <p:cNvPr id="13" name="Text Placeholder 12">
            <a:extLst>
              <a:ext uri="{FF2B5EF4-FFF2-40B4-BE49-F238E27FC236}">
                <a16:creationId xmlns:a16="http://schemas.microsoft.com/office/drawing/2014/main" id="{278D9ACA-AB64-4D04-A5E0-23AC8B81EC2C}"/>
              </a:ext>
            </a:extLst>
          </p:cNvPr>
          <p:cNvSpPr>
            <a:spLocks noGrp="1"/>
          </p:cNvSpPr>
          <p:nvPr>
            <p:ph type="body" sz="quarter" idx="14" hasCustomPrompt="1"/>
          </p:nvPr>
        </p:nvSpPr>
        <p:spPr>
          <a:xfrm>
            <a:off x="682863" y="3068555"/>
            <a:ext cx="3276000" cy="360445"/>
          </a:xfrm>
          <a:solidFill>
            <a:schemeClr val="tx2"/>
          </a:solidFill>
        </p:spPr>
        <p:txBody>
          <a:bodyPr lIns="108000" anchor="ct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Header</a:t>
            </a:r>
          </a:p>
        </p:txBody>
      </p:sp>
      <p:sp>
        <p:nvSpPr>
          <p:cNvPr id="15" name="Text Placeholder 4">
            <a:extLst>
              <a:ext uri="{FF2B5EF4-FFF2-40B4-BE49-F238E27FC236}">
                <a16:creationId xmlns:a16="http://schemas.microsoft.com/office/drawing/2014/main" id="{F3B4EB62-0A18-46F9-98F0-E8FC5EBAF37E}"/>
              </a:ext>
            </a:extLst>
          </p:cNvPr>
          <p:cNvSpPr>
            <a:spLocks noGrp="1"/>
          </p:cNvSpPr>
          <p:nvPr>
            <p:ph type="body" sz="quarter" idx="15" hasCustomPrompt="1"/>
          </p:nvPr>
        </p:nvSpPr>
        <p:spPr>
          <a:xfrm>
            <a:off x="4445432" y="3668499"/>
            <a:ext cx="3276000" cy="2238815"/>
          </a:xfrm>
        </p:spPr>
        <p:txBody>
          <a:bodyPr lIns="108000"/>
          <a:lstStyle>
            <a:lvl1pPr marL="171450" indent="-171450">
              <a:buClr>
                <a:schemeClr val="accent2"/>
              </a:buClr>
              <a:buFont typeface="Arial" panose="020B0604020202020204" pitchFamily="34" charset="0"/>
              <a:buChar char="•"/>
              <a:defRPr sz="1200">
                <a:solidFill>
                  <a:schemeClr val="tx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Description</a:t>
            </a:r>
          </a:p>
        </p:txBody>
      </p:sp>
      <p:sp>
        <p:nvSpPr>
          <p:cNvPr id="16" name="Text Placeholder 12">
            <a:extLst>
              <a:ext uri="{FF2B5EF4-FFF2-40B4-BE49-F238E27FC236}">
                <a16:creationId xmlns:a16="http://schemas.microsoft.com/office/drawing/2014/main" id="{A3B2D4DF-9952-49C7-B850-559AD0DF27D5}"/>
              </a:ext>
            </a:extLst>
          </p:cNvPr>
          <p:cNvSpPr>
            <a:spLocks noGrp="1"/>
          </p:cNvSpPr>
          <p:nvPr>
            <p:ph type="body" sz="quarter" idx="16" hasCustomPrompt="1"/>
          </p:nvPr>
        </p:nvSpPr>
        <p:spPr>
          <a:xfrm>
            <a:off x="4445432" y="3068555"/>
            <a:ext cx="3276000" cy="360445"/>
          </a:xfrm>
          <a:solidFill>
            <a:schemeClr val="tx2"/>
          </a:solidFill>
        </p:spPr>
        <p:txBody>
          <a:bodyPr lIns="108000" anchor="ct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Header</a:t>
            </a:r>
          </a:p>
        </p:txBody>
      </p:sp>
      <p:sp>
        <p:nvSpPr>
          <p:cNvPr id="17" name="Text Placeholder 4">
            <a:extLst>
              <a:ext uri="{FF2B5EF4-FFF2-40B4-BE49-F238E27FC236}">
                <a16:creationId xmlns:a16="http://schemas.microsoft.com/office/drawing/2014/main" id="{BCE373B8-7ADE-4DC4-9900-59147BFA16E7}"/>
              </a:ext>
            </a:extLst>
          </p:cNvPr>
          <p:cNvSpPr>
            <a:spLocks noGrp="1"/>
          </p:cNvSpPr>
          <p:nvPr>
            <p:ph type="body" sz="quarter" idx="17" hasCustomPrompt="1"/>
          </p:nvPr>
        </p:nvSpPr>
        <p:spPr>
          <a:xfrm>
            <a:off x="8208000" y="3668499"/>
            <a:ext cx="3276000" cy="2238815"/>
          </a:xfrm>
        </p:spPr>
        <p:txBody>
          <a:bodyPr lIns="108000"/>
          <a:lstStyle>
            <a:lvl1pPr marL="171450" indent="-171450">
              <a:buClr>
                <a:schemeClr val="accent2"/>
              </a:buClr>
              <a:buFont typeface="Arial" panose="020B0604020202020204" pitchFamily="34" charset="0"/>
              <a:buChar char="•"/>
              <a:defRPr sz="1200">
                <a:solidFill>
                  <a:schemeClr val="tx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Description</a:t>
            </a:r>
          </a:p>
        </p:txBody>
      </p:sp>
      <p:sp>
        <p:nvSpPr>
          <p:cNvPr id="18" name="Text Placeholder 12">
            <a:extLst>
              <a:ext uri="{FF2B5EF4-FFF2-40B4-BE49-F238E27FC236}">
                <a16:creationId xmlns:a16="http://schemas.microsoft.com/office/drawing/2014/main" id="{28F027FF-E9AF-4E49-AC44-48D21AD761AA}"/>
              </a:ext>
            </a:extLst>
          </p:cNvPr>
          <p:cNvSpPr>
            <a:spLocks noGrp="1"/>
          </p:cNvSpPr>
          <p:nvPr>
            <p:ph type="body" sz="quarter" idx="18" hasCustomPrompt="1"/>
          </p:nvPr>
        </p:nvSpPr>
        <p:spPr>
          <a:xfrm>
            <a:off x="8208000" y="3068555"/>
            <a:ext cx="3276000" cy="360445"/>
          </a:xfrm>
          <a:solidFill>
            <a:schemeClr val="tx2"/>
          </a:solidFill>
        </p:spPr>
        <p:txBody>
          <a:bodyPr lIns="108000" anchor="ct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Header</a:t>
            </a:r>
          </a:p>
        </p:txBody>
      </p:sp>
      <p:sp>
        <p:nvSpPr>
          <p:cNvPr id="29" name="Picture Placeholder 25">
            <a:extLst>
              <a:ext uri="{FF2B5EF4-FFF2-40B4-BE49-F238E27FC236}">
                <a16:creationId xmlns:a16="http://schemas.microsoft.com/office/drawing/2014/main" id="{8989EC4C-4E3F-457F-8CF6-8A88DE68A930}"/>
              </a:ext>
            </a:extLst>
          </p:cNvPr>
          <p:cNvSpPr>
            <a:spLocks noGrp="1"/>
          </p:cNvSpPr>
          <p:nvPr>
            <p:ph type="pic" sz="quarter" idx="23" hasCustomPrompt="1"/>
          </p:nvPr>
        </p:nvSpPr>
        <p:spPr>
          <a:xfrm>
            <a:off x="1908907" y="2005142"/>
            <a:ext cx="823913" cy="823913"/>
          </a:xfrm>
        </p:spPr>
        <p:txBody>
          <a:bodyPr anchor="ctr"/>
          <a:lstStyle>
            <a:lvl1pPr marL="0" indent="0" algn="ctr">
              <a:buNone/>
              <a:defRPr sz="1050" i="1">
                <a:solidFill>
                  <a:schemeClr val="bg1"/>
                </a:solidFill>
              </a:defRPr>
            </a:lvl1pPr>
          </a:lstStyle>
          <a:p>
            <a:r>
              <a:rPr lang="en-US" noProof="0" dirty="0"/>
              <a:t>Icon</a:t>
            </a:r>
          </a:p>
        </p:txBody>
      </p:sp>
      <p:sp>
        <p:nvSpPr>
          <p:cNvPr id="30" name="Picture Placeholder 25">
            <a:extLst>
              <a:ext uri="{FF2B5EF4-FFF2-40B4-BE49-F238E27FC236}">
                <a16:creationId xmlns:a16="http://schemas.microsoft.com/office/drawing/2014/main" id="{67FB2730-3D12-4D72-AE64-AC3955C5CD99}"/>
              </a:ext>
            </a:extLst>
          </p:cNvPr>
          <p:cNvSpPr>
            <a:spLocks noGrp="1"/>
          </p:cNvSpPr>
          <p:nvPr>
            <p:ph type="pic" sz="quarter" idx="24" hasCustomPrompt="1"/>
          </p:nvPr>
        </p:nvSpPr>
        <p:spPr>
          <a:xfrm>
            <a:off x="5671476" y="2005142"/>
            <a:ext cx="823913" cy="823913"/>
          </a:xfrm>
        </p:spPr>
        <p:txBody>
          <a:bodyPr anchor="ctr"/>
          <a:lstStyle>
            <a:lvl1pPr marL="0" indent="0" algn="ctr">
              <a:buNone/>
              <a:defRPr sz="1050" i="1">
                <a:solidFill>
                  <a:schemeClr val="bg1"/>
                </a:solidFill>
              </a:defRPr>
            </a:lvl1pPr>
          </a:lstStyle>
          <a:p>
            <a:r>
              <a:rPr lang="en-US" noProof="0" dirty="0"/>
              <a:t>Icon</a:t>
            </a:r>
          </a:p>
        </p:txBody>
      </p:sp>
      <p:sp>
        <p:nvSpPr>
          <p:cNvPr id="31" name="Picture Placeholder 25">
            <a:extLst>
              <a:ext uri="{FF2B5EF4-FFF2-40B4-BE49-F238E27FC236}">
                <a16:creationId xmlns:a16="http://schemas.microsoft.com/office/drawing/2014/main" id="{4F2BB90C-4866-4DB3-B05C-0BB7DBFF8EA3}"/>
              </a:ext>
            </a:extLst>
          </p:cNvPr>
          <p:cNvSpPr>
            <a:spLocks noGrp="1"/>
          </p:cNvSpPr>
          <p:nvPr>
            <p:ph type="pic" sz="quarter" idx="25" hasCustomPrompt="1"/>
          </p:nvPr>
        </p:nvSpPr>
        <p:spPr>
          <a:xfrm>
            <a:off x="9434044" y="2005142"/>
            <a:ext cx="823913" cy="823913"/>
          </a:xfrm>
        </p:spPr>
        <p:txBody>
          <a:bodyPr anchor="ctr"/>
          <a:lstStyle>
            <a:lvl1pPr marL="0" indent="0" algn="ctr">
              <a:buNone/>
              <a:defRPr sz="1050" i="1">
                <a:solidFill>
                  <a:schemeClr val="bg1"/>
                </a:solidFill>
              </a:defRPr>
            </a:lvl1pPr>
          </a:lstStyle>
          <a:p>
            <a:r>
              <a:rPr lang="en-US" noProof="0" dirty="0"/>
              <a:t>Icon</a:t>
            </a:r>
          </a:p>
        </p:txBody>
      </p:sp>
      <p:sp>
        <p:nvSpPr>
          <p:cNvPr id="21" name="Text Placeholder 3">
            <a:extLst>
              <a:ext uri="{FF2B5EF4-FFF2-40B4-BE49-F238E27FC236}">
                <a16:creationId xmlns:a16="http://schemas.microsoft.com/office/drawing/2014/main" id="{7A3E4BF3-C44A-4FB6-B64A-05FB5AEC7577}"/>
              </a:ext>
            </a:extLst>
          </p:cNvPr>
          <p:cNvSpPr>
            <a:spLocks noGrp="1"/>
          </p:cNvSpPr>
          <p:nvPr>
            <p:ph type="body" sz="quarter" idx="12" hasCustomPrompt="1"/>
          </p:nvPr>
        </p:nvSpPr>
        <p:spPr>
          <a:xfrm>
            <a:off x="684213" y="1405643"/>
            <a:ext cx="7559675" cy="360000"/>
          </a:xfrm>
        </p:spPr>
        <p:txBody>
          <a:bodyPr/>
          <a:lstStyle>
            <a:lvl1pPr marL="0" indent="0">
              <a:buNone/>
              <a:defRPr sz="2200">
                <a:solidFill>
                  <a:schemeClr val="bg1"/>
                </a:solidFill>
                <a:latin typeface="+mj-lt"/>
              </a:defRPr>
            </a:lvl1pPr>
          </a:lstStyle>
          <a:p>
            <a:pPr lvl="0"/>
            <a:r>
              <a:rPr lang="en-US" noProof="0"/>
              <a:t>SUBTITLE</a:t>
            </a:r>
          </a:p>
        </p:txBody>
      </p:sp>
      <p:sp>
        <p:nvSpPr>
          <p:cNvPr id="26" name="Freeform: Shape 25">
            <a:extLst>
              <a:ext uri="{FF2B5EF4-FFF2-40B4-BE49-F238E27FC236}">
                <a16:creationId xmlns:a16="http://schemas.microsoft.com/office/drawing/2014/main" id="{AEA98CFA-B2A7-4BCC-B1DC-01CFAD2DD65E}"/>
              </a:ext>
            </a:extLst>
          </p:cNvPr>
          <p:cNvSpPr/>
          <p:nvPr userDrawn="1"/>
        </p:nvSpPr>
        <p:spPr>
          <a:xfrm rot="5400000">
            <a:off x="8677500" y="-85500"/>
            <a:ext cx="3429000" cy="3600000"/>
          </a:xfrm>
          <a:custGeom>
            <a:avLst/>
            <a:gdLst>
              <a:gd name="connsiteX0" fmla="*/ 0 w 3429000"/>
              <a:gd name="connsiteY0" fmla="*/ 3600000 h 3600000"/>
              <a:gd name="connsiteX1" fmla="*/ 0 w 3429000"/>
              <a:gd name="connsiteY1" fmla="*/ 0 h 3600000"/>
              <a:gd name="connsiteX2" fmla="*/ 180000 w 3429000"/>
              <a:gd name="connsiteY2" fmla="*/ 0 h 3600000"/>
              <a:gd name="connsiteX3" fmla="*/ 3429000 w 3429000"/>
              <a:gd name="connsiteY3" fmla="*/ 0 h 3600000"/>
              <a:gd name="connsiteX4" fmla="*/ 3429000 w 3429000"/>
              <a:gd name="connsiteY4" fmla="*/ 180000 h 3600000"/>
              <a:gd name="connsiteX5" fmla="*/ 180000 w 3429000"/>
              <a:gd name="connsiteY5" fmla="*/ 180000 h 3600000"/>
              <a:gd name="connsiteX6" fmla="*/ 180000 w 3429000"/>
              <a:gd name="connsiteY6"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29000" h="3600000">
                <a:moveTo>
                  <a:pt x="0" y="3600000"/>
                </a:moveTo>
                <a:lnTo>
                  <a:pt x="0" y="0"/>
                </a:lnTo>
                <a:lnTo>
                  <a:pt x="180000" y="0"/>
                </a:lnTo>
                <a:lnTo>
                  <a:pt x="3429000" y="0"/>
                </a:lnTo>
                <a:lnTo>
                  <a:pt x="3429000" y="180000"/>
                </a:lnTo>
                <a:lnTo>
                  <a:pt x="180000" y="180000"/>
                </a:lnTo>
                <a:lnTo>
                  <a:pt x="180000" y="3600000"/>
                </a:lnTo>
                <a:close/>
              </a:path>
            </a:pathLst>
          </a:custGeom>
          <a:gradFill>
            <a:gsLst>
              <a:gs pos="0">
                <a:schemeClr val="bg1">
                  <a:alpha val="5000"/>
                </a:schemeClr>
              </a:gs>
              <a:gs pos="100000">
                <a:schemeClr val="bg1">
                  <a:alpha val="3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2142598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Subtitle Only - Dark">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E752CBEE-7696-40FC-AB0E-8790B179D18C}"/>
              </a:ext>
            </a:extLst>
          </p:cNvPr>
          <p:cNvSpPr/>
          <p:nvPr userDrawn="1"/>
        </p:nvSpPr>
        <p:spPr>
          <a:xfrm rot="5400000">
            <a:off x="8188485" y="2854485"/>
            <a:ext cx="4407031" cy="3600000"/>
          </a:xfrm>
          <a:custGeom>
            <a:avLst/>
            <a:gdLst>
              <a:gd name="connsiteX0" fmla="*/ 0 w 4407031"/>
              <a:gd name="connsiteY0" fmla="*/ 180000 h 3600000"/>
              <a:gd name="connsiteX1" fmla="*/ 0 w 4407031"/>
              <a:gd name="connsiteY1" fmla="*/ 0 h 3600000"/>
              <a:gd name="connsiteX2" fmla="*/ 4227031 w 4407031"/>
              <a:gd name="connsiteY2" fmla="*/ 0 h 3600000"/>
              <a:gd name="connsiteX3" fmla="*/ 4407031 w 4407031"/>
              <a:gd name="connsiteY3" fmla="*/ 0 h 3600000"/>
              <a:gd name="connsiteX4" fmla="*/ 4407031 w 4407031"/>
              <a:gd name="connsiteY4" fmla="*/ 180000 h 3600000"/>
              <a:gd name="connsiteX5" fmla="*/ 4407031 w 4407031"/>
              <a:gd name="connsiteY5" fmla="*/ 3600000 h 3600000"/>
              <a:gd name="connsiteX6" fmla="*/ 4227031 w 4407031"/>
              <a:gd name="connsiteY6" fmla="*/ 3600000 h 3600000"/>
              <a:gd name="connsiteX7" fmla="*/ 4227031 w 4407031"/>
              <a:gd name="connsiteY7" fmla="*/ 18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7031" h="3600000">
                <a:moveTo>
                  <a:pt x="0" y="180000"/>
                </a:moveTo>
                <a:lnTo>
                  <a:pt x="0" y="0"/>
                </a:lnTo>
                <a:lnTo>
                  <a:pt x="4227031" y="0"/>
                </a:lnTo>
                <a:lnTo>
                  <a:pt x="4407031" y="0"/>
                </a:lnTo>
                <a:lnTo>
                  <a:pt x="4407031" y="180000"/>
                </a:lnTo>
                <a:lnTo>
                  <a:pt x="4407031" y="3600000"/>
                </a:lnTo>
                <a:lnTo>
                  <a:pt x="4227031" y="3600000"/>
                </a:lnTo>
                <a:lnTo>
                  <a:pt x="4227031" y="180000"/>
                </a:lnTo>
                <a:close/>
              </a:path>
            </a:pathLst>
          </a:custGeom>
          <a:solidFill>
            <a:schemeClr val="tx1">
              <a:lumMod val="50000"/>
              <a:lumOff val="5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Text Placeholder 3">
            <a:extLst>
              <a:ext uri="{FF2B5EF4-FFF2-40B4-BE49-F238E27FC236}">
                <a16:creationId xmlns:a16="http://schemas.microsoft.com/office/drawing/2014/main" id="{6A395197-9758-40F0-B747-F8B134C175EB}"/>
              </a:ext>
            </a:extLst>
          </p:cNvPr>
          <p:cNvSpPr txBox="1">
            <a:spLocks/>
          </p:cNvSpPr>
          <p:nvPr userDrawn="1"/>
        </p:nvSpPr>
        <p:spPr>
          <a:xfrm>
            <a:off x="0" y="-436"/>
            <a:ext cx="12192000" cy="2451405"/>
          </a:xfrm>
          <a:prstGeom prst="rect">
            <a:avLst/>
          </a:prstGeom>
          <a:gradFill>
            <a:gsLst>
              <a:gs pos="0">
                <a:schemeClr val="tx2"/>
              </a:gs>
              <a:gs pos="100000">
                <a:schemeClr val="accent2"/>
              </a:gs>
            </a:gsLst>
            <a:lin ang="14400000" scaled="0"/>
          </a:gradFill>
        </p:spPr>
        <p:txBody>
          <a:bodyPr/>
          <a:lstStyle>
            <a:lvl1pPr marL="266700" indent="-266700" algn="l" defTabSz="914400" rtl="0" eaLnBrk="1" latinLnBrk="0" hangingPunct="1">
              <a:lnSpc>
                <a:spcPct val="100000"/>
              </a:lnSpc>
              <a:spcBef>
                <a:spcPts val="0"/>
              </a:spcBef>
              <a:spcAft>
                <a:spcPts val="1000"/>
              </a:spcAft>
              <a:buClr>
                <a:schemeClr val="accent2"/>
              </a:buClr>
              <a:buFont typeface="Arial" panose="020B0604020202020204" pitchFamily="34" charset="0"/>
              <a:buChar char="●"/>
              <a:defRPr sz="1600" kern="1200">
                <a:solidFill>
                  <a:schemeClr val="tx1"/>
                </a:solidFill>
                <a:latin typeface="+mn-lt"/>
                <a:ea typeface="+mn-ea"/>
                <a:cs typeface="+mn-cs"/>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solidFill>
                <a:latin typeface="+mn-lt"/>
                <a:ea typeface="+mn-ea"/>
                <a:cs typeface="+mn-cs"/>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solidFill>
                <a:latin typeface="+mn-lt"/>
                <a:ea typeface="+mn-ea"/>
                <a:cs typeface="+mn-cs"/>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solidFill>
                <a:latin typeface="+mn-lt"/>
                <a:ea typeface="+mn-ea"/>
                <a:cs typeface="+mn-cs"/>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noProof="0" dirty="0"/>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a:xfrm>
            <a:off x="684000" y="808186"/>
            <a:ext cx="7560000" cy="370166"/>
          </a:xfrm>
        </p:spPr>
        <p:txBody>
          <a:bodyPr/>
          <a:lstStyle>
            <a:lvl1pPr>
              <a:defRPr>
                <a:solidFill>
                  <a:schemeClr val="bg1"/>
                </a:solidFill>
              </a:defRPr>
            </a:lvl1pPr>
          </a:lstStyle>
          <a:p>
            <a:r>
              <a:rPr lang="en-US" noProof="0"/>
              <a:t>Click to edit Master title style</a:t>
            </a:r>
          </a:p>
        </p:txBody>
      </p:sp>
      <p:sp>
        <p:nvSpPr>
          <p:cNvPr id="21" name="Text Placeholder 3">
            <a:extLst>
              <a:ext uri="{FF2B5EF4-FFF2-40B4-BE49-F238E27FC236}">
                <a16:creationId xmlns:a16="http://schemas.microsoft.com/office/drawing/2014/main" id="{7A3E4BF3-C44A-4FB6-B64A-05FB5AEC7577}"/>
              </a:ext>
            </a:extLst>
          </p:cNvPr>
          <p:cNvSpPr>
            <a:spLocks noGrp="1"/>
          </p:cNvSpPr>
          <p:nvPr>
            <p:ph type="body" sz="quarter" idx="12" hasCustomPrompt="1"/>
          </p:nvPr>
        </p:nvSpPr>
        <p:spPr>
          <a:xfrm>
            <a:off x="684213" y="1405643"/>
            <a:ext cx="7559675" cy="360000"/>
          </a:xfrm>
        </p:spPr>
        <p:txBody>
          <a:bodyPr/>
          <a:lstStyle>
            <a:lvl1pPr marL="0" indent="0">
              <a:buNone/>
              <a:defRPr sz="2200">
                <a:solidFill>
                  <a:schemeClr val="bg1"/>
                </a:solidFill>
                <a:latin typeface="+mj-lt"/>
              </a:defRPr>
            </a:lvl1pPr>
          </a:lstStyle>
          <a:p>
            <a:pPr lvl="0"/>
            <a:r>
              <a:rPr lang="en-US" noProof="0"/>
              <a:t>SUBTITLE</a:t>
            </a:r>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p>
            <a:endParaRPr lang="en-US" noProof="0"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noProof="0" smtClean="0"/>
              <a:pPr/>
              <a:t>‹#›</a:t>
            </a:fld>
            <a:endParaRPr lang="en-US" noProof="0" dirty="0"/>
          </a:p>
        </p:txBody>
      </p:sp>
      <p:sp>
        <p:nvSpPr>
          <p:cNvPr id="26" name="Freeform: Shape 25">
            <a:extLst>
              <a:ext uri="{FF2B5EF4-FFF2-40B4-BE49-F238E27FC236}">
                <a16:creationId xmlns:a16="http://schemas.microsoft.com/office/drawing/2014/main" id="{89445125-53D2-43B3-8ABC-C88E463BE7DD}"/>
              </a:ext>
            </a:extLst>
          </p:cNvPr>
          <p:cNvSpPr/>
          <p:nvPr userDrawn="1"/>
        </p:nvSpPr>
        <p:spPr>
          <a:xfrm rot="5400000">
            <a:off x="9166516" y="-574515"/>
            <a:ext cx="2450969" cy="3600000"/>
          </a:xfrm>
          <a:custGeom>
            <a:avLst/>
            <a:gdLst>
              <a:gd name="connsiteX0" fmla="*/ 0 w 2450969"/>
              <a:gd name="connsiteY0" fmla="*/ 3600000 h 3600000"/>
              <a:gd name="connsiteX1" fmla="*/ 0 w 2450969"/>
              <a:gd name="connsiteY1" fmla="*/ 0 h 3600000"/>
              <a:gd name="connsiteX2" fmla="*/ 180000 w 2450969"/>
              <a:gd name="connsiteY2" fmla="*/ 0 h 3600000"/>
              <a:gd name="connsiteX3" fmla="*/ 2450969 w 2450969"/>
              <a:gd name="connsiteY3" fmla="*/ 0 h 3600000"/>
              <a:gd name="connsiteX4" fmla="*/ 2450969 w 2450969"/>
              <a:gd name="connsiteY4" fmla="*/ 180000 h 3600000"/>
              <a:gd name="connsiteX5" fmla="*/ 180000 w 2450969"/>
              <a:gd name="connsiteY5" fmla="*/ 180000 h 3600000"/>
              <a:gd name="connsiteX6" fmla="*/ 180000 w 2450969"/>
              <a:gd name="connsiteY6"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0969" h="3600000">
                <a:moveTo>
                  <a:pt x="0" y="3600000"/>
                </a:moveTo>
                <a:lnTo>
                  <a:pt x="0" y="0"/>
                </a:lnTo>
                <a:lnTo>
                  <a:pt x="180000" y="0"/>
                </a:lnTo>
                <a:lnTo>
                  <a:pt x="2450969" y="0"/>
                </a:lnTo>
                <a:lnTo>
                  <a:pt x="2450969" y="180000"/>
                </a:lnTo>
                <a:lnTo>
                  <a:pt x="180000" y="180000"/>
                </a:lnTo>
                <a:lnTo>
                  <a:pt x="180000" y="3600000"/>
                </a:lnTo>
                <a:close/>
              </a:path>
            </a:pathLst>
          </a:custGeom>
          <a:gradFill>
            <a:gsLst>
              <a:gs pos="0">
                <a:schemeClr val="bg1">
                  <a:alpha val="5000"/>
                </a:schemeClr>
              </a:gs>
              <a:gs pos="100000">
                <a:schemeClr val="bg1">
                  <a:alpha val="3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97594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Subtitle Only - Full Photo">
    <p:bg>
      <p:bgPr>
        <a:solidFill>
          <a:schemeClr val="bg1"/>
        </a:solidFill>
        <a:effectLst/>
      </p:bgPr>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767CE6DD-011B-4E2D-9E8A-EFF414E39EEA}"/>
              </a:ext>
            </a:extLst>
          </p:cNvPr>
          <p:cNvSpPr>
            <a:spLocks noGrp="1"/>
          </p:cNvSpPr>
          <p:nvPr>
            <p:ph type="pic" sz="quarter" idx="12" hasCustomPrompt="1"/>
          </p:nvPr>
        </p:nvSpPr>
        <p:spPr>
          <a:xfrm>
            <a:off x="180000" y="179109"/>
            <a:ext cx="11832000" cy="6513922"/>
          </a:xfrm>
          <a:custGeom>
            <a:avLst/>
            <a:gdLst>
              <a:gd name="connsiteX0" fmla="*/ 0 w 11832000"/>
              <a:gd name="connsiteY0" fmla="*/ 0 h 6513922"/>
              <a:gd name="connsiteX1" fmla="*/ 8412000 w 11832000"/>
              <a:gd name="connsiteY1" fmla="*/ 0 h 6513922"/>
              <a:gd name="connsiteX2" fmla="*/ 8412000 w 11832000"/>
              <a:gd name="connsiteY2" fmla="*/ 891 h 6513922"/>
              <a:gd name="connsiteX3" fmla="*/ 11832000 w 11832000"/>
              <a:gd name="connsiteY3" fmla="*/ 891 h 6513922"/>
              <a:gd name="connsiteX4" fmla="*/ 11832000 w 11832000"/>
              <a:gd name="connsiteY4" fmla="*/ 6498891 h 6513922"/>
              <a:gd name="connsiteX5" fmla="*/ 8412000 w 11832000"/>
              <a:gd name="connsiteY5" fmla="*/ 6498891 h 6513922"/>
              <a:gd name="connsiteX6" fmla="*/ 8412000 w 11832000"/>
              <a:gd name="connsiteY6" fmla="*/ 6513922 h 6513922"/>
              <a:gd name="connsiteX7" fmla="*/ 0 w 11832000"/>
              <a:gd name="connsiteY7" fmla="*/ 6513922 h 651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32000" h="6513922">
                <a:moveTo>
                  <a:pt x="0" y="0"/>
                </a:moveTo>
                <a:lnTo>
                  <a:pt x="8412000" y="0"/>
                </a:lnTo>
                <a:lnTo>
                  <a:pt x="8412000" y="891"/>
                </a:lnTo>
                <a:lnTo>
                  <a:pt x="11832000" y="891"/>
                </a:lnTo>
                <a:lnTo>
                  <a:pt x="11832000" y="6498891"/>
                </a:lnTo>
                <a:lnTo>
                  <a:pt x="8412000" y="6498891"/>
                </a:lnTo>
                <a:lnTo>
                  <a:pt x="8412000" y="6513922"/>
                </a:lnTo>
                <a:lnTo>
                  <a:pt x="0" y="6513922"/>
                </a:lnTo>
                <a:close/>
              </a:path>
            </a:pathLst>
          </a:custGeom>
          <a:solidFill>
            <a:schemeClr val="tx1">
              <a:lumMod val="75000"/>
              <a:lumOff val="25000"/>
            </a:schemeClr>
          </a:solidFill>
        </p:spPr>
        <p:txBody>
          <a:bodyPr wrap="square" lIns="0" tIns="1764000" rIns="0" anchor="t">
            <a:noAutofit/>
          </a:bodyPr>
          <a:lstStyle>
            <a:lvl1pPr marL="0" indent="0" algn="ctr">
              <a:lnSpc>
                <a:spcPct val="100000"/>
              </a:lnSpc>
              <a:buNone/>
              <a:defRPr sz="1200" i="1">
                <a:solidFill>
                  <a:schemeClr val="bg1"/>
                </a:solidFill>
              </a:defRPr>
            </a:lvl1pPr>
          </a:lstStyle>
          <a:p>
            <a:r>
              <a:rPr lang="en-US" dirty="0"/>
              <a:t>Drag &amp; Drop Your </a:t>
            </a:r>
            <a:br>
              <a:rPr lang="en-US" dirty="0"/>
            </a:br>
            <a:r>
              <a:rPr lang="en-US" dirty="0"/>
              <a:t>Background Photo Here</a:t>
            </a:r>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a:xfrm>
            <a:off x="684000" y="808185"/>
            <a:ext cx="7560000" cy="360000"/>
          </a:xfrm>
        </p:spPr>
        <p:txBody>
          <a:bodyPr/>
          <a:lstStyle>
            <a:lvl1pPr>
              <a:defRPr cap="all" baseline="0">
                <a:solidFill>
                  <a:schemeClr val="bg1"/>
                </a:solidFill>
              </a:defRPr>
            </a:lvl1pPr>
          </a:lstStyle>
          <a:p>
            <a:r>
              <a:rPr lang="en-US"/>
              <a:t>Click to edit Master title style</a:t>
            </a:r>
            <a:endParaRPr lang="en-US" dirty="0"/>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lvl1pPr>
              <a:defRPr>
                <a:solidFill>
                  <a:schemeClr val="bg1"/>
                </a:solidFill>
              </a:defRPr>
            </a:lvl1p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smtClean="0"/>
              <a:pPr/>
              <a:t>‹#›</a:t>
            </a:fld>
            <a:endParaRPr lang="en-US" dirty="0"/>
          </a:p>
        </p:txBody>
      </p:sp>
      <p:sp>
        <p:nvSpPr>
          <p:cNvPr id="9" name="Freeform: Shape 8">
            <a:extLst>
              <a:ext uri="{FF2B5EF4-FFF2-40B4-BE49-F238E27FC236}">
                <a16:creationId xmlns:a16="http://schemas.microsoft.com/office/drawing/2014/main" id="{C6E75A4B-2655-4B0E-8D3B-0068F57D3D9B}"/>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3">
            <a:extLst>
              <a:ext uri="{FF2B5EF4-FFF2-40B4-BE49-F238E27FC236}">
                <a16:creationId xmlns:a16="http://schemas.microsoft.com/office/drawing/2014/main" id="{0A18EF7D-14D0-4362-B8BD-722D3D54D429}"/>
              </a:ext>
            </a:extLst>
          </p:cNvPr>
          <p:cNvSpPr>
            <a:spLocks noGrp="1"/>
          </p:cNvSpPr>
          <p:nvPr>
            <p:ph type="body" sz="quarter" idx="13" hasCustomPrompt="1"/>
          </p:nvPr>
        </p:nvSpPr>
        <p:spPr>
          <a:xfrm>
            <a:off x="684213" y="1405643"/>
            <a:ext cx="7559675" cy="360000"/>
          </a:xfrm>
        </p:spPr>
        <p:txBody>
          <a:bodyPr/>
          <a:lstStyle>
            <a:lvl1pPr marL="0" indent="0">
              <a:buNone/>
              <a:defRPr sz="2200">
                <a:solidFill>
                  <a:schemeClr val="bg1"/>
                </a:solidFill>
                <a:latin typeface="+mj-lt"/>
              </a:defRPr>
            </a:lvl1pPr>
          </a:lstStyle>
          <a:p>
            <a:pPr lvl="0"/>
            <a:r>
              <a:rPr lang="en-US" dirty="0"/>
              <a:t>SUBTITLE</a:t>
            </a:r>
          </a:p>
        </p:txBody>
      </p:sp>
    </p:spTree>
    <p:extLst>
      <p:ext uri="{BB962C8B-B14F-4D97-AF65-F5344CB8AC3E}">
        <p14:creationId xmlns:p14="http://schemas.microsoft.com/office/powerpoint/2010/main" val="2039369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Subtitle Only - Ligh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67FF01B-795B-4F5D-87AF-6CAA8DD5D48A}"/>
              </a:ext>
            </a:extLst>
          </p:cNvPr>
          <p:cNvSpPr/>
          <p:nvPr userDrawn="1"/>
        </p:nvSpPr>
        <p:spPr>
          <a:xfrm>
            <a:off x="180000" y="179109"/>
            <a:ext cx="11832000" cy="65139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 Placeholder 3">
            <a:extLst>
              <a:ext uri="{FF2B5EF4-FFF2-40B4-BE49-F238E27FC236}">
                <a16:creationId xmlns:a16="http://schemas.microsoft.com/office/drawing/2014/main" id="{7A3E4BF3-C44A-4FB6-B64A-05FB5AEC7577}"/>
              </a:ext>
            </a:extLst>
          </p:cNvPr>
          <p:cNvSpPr>
            <a:spLocks noGrp="1"/>
          </p:cNvSpPr>
          <p:nvPr>
            <p:ph type="body" sz="quarter" idx="12" hasCustomPrompt="1"/>
          </p:nvPr>
        </p:nvSpPr>
        <p:spPr>
          <a:xfrm>
            <a:off x="684213" y="1405643"/>
            <a:ext cx="7559675" cy="360000"/>
          </a:xfrm>
        </p:spPr>
        <p:txBody>
          <a:bodyPr/>
          <a:lstStyle>
            <a:lvl1pPr marL="0" indent="0">
              <a:buNone/>
              <a:defRPr sz="2200">
                <a:solidFill>
                  <a:schemeClr val="tx1"/>
                </a:solidFill>
                <a:latin typeface="+mj-lt"/>
              </a:defRPr>
            </a:lvl1pPr>
          </a:lstStyle>
          <a:p>
            <a:pPr lvl="0"/>
            <a:r>
              <a:rPr lang="en-US" dirty="0"/>
              <a:t>SUBTITLE</a:t>
            </a:r>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smtClean="0"/>
              <a:pPr/>
              <a:t>‹#›</a:t>
            </a:fld>
            <a:endParaRPr lang="en-US" dirty="0"/>
          </a:p>
        </p:txBody>
      </p:sp>
      <p:sp>
        <p:nvSpPr>
          <p:cNvPr id="3" name="Title 2">
            <a:extLst>
              <a:ext uri="{FF2B5EF4-FFF2-40B4-BE49-F238E27FC236}">
                <a16:creationId xmlns:a16="http://schemas.microsoft.com/office/drawing/2014/main" id="{72F32FC1-1FF6-4874-9835-EB1A90F7E9F5}"/>
              </a:ext>
            </a:extLst>
          </p:cNvPr>
          <p:cNvSpPr>
            <a:spLocks noGrp="1"/>
          </p:cNvSpPr>
          <p:nvPr>
            <p:ph type="title"/>
          </p:nvPr>
        </p:nvSpPr>
        <p:spPr/>
        <p:txBody>
          <a:bodyPr/>
          <a:lstStyle/>
          <a:p>
            <a:r>
              <a:rPr lang="en-US"/>
              <a:t>Click to edit Master title style</a:t>
            </a:r>
          </a:p>
        </p:txBody>
      </p:sp>
      <p:sp>
        <p:nvSpPr>
          <p:cNvPr id="10" name="Freeform: Shape 9">
            <a:extLst>
              <a:ext uri="{FF2B5EF4-FFF2-40B4-BE49-F238E27FC236}">
                <a16:creationId xmlns:a16="http://schemas.microsoft.com/office/drawing/2014/main" id="{83039E70-36A3-46C1-B30E-CA4CC0B36C5D}"/>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577387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0" name="Text Placeholder 3">
            <a:extLst>
              <a:ext uri="{FF2B5EF4-FFF2-40B4-BE49-F238E27FC236}">
                <a16:creationId xmlns:a16="http://schemas.microsoft.com/office/drawing/2014/main" id="{6A395197-9758-40F0-B747-F8B134C175EB}"/>
              </a:ext>
            </a:extLst>
          </p:cNvPr>
          <p:cNvSpPr txBox="1">
            <a:spLocks/>
          </p:cNvSpPr>
          <p:nvPr userDrawn="1"/>
        </p:nvSpPr>
        <p:spPr>
          <a:xfrm>
            <a:off x="0" y="-436"/>
            <a:ext cx="12192000" cy="6858436"/>
          </a:xfrm>
          <a:prstGeom prst="rect">
            <a:avLst/>
          </a:prstGeom>
          <a:gradFill>
            <a:gsLst>
              <a:gs pos="0">
                <a:schemeClr val="tx2"/>
              </a:gs>
              <a:gs pos="100000">
                <a:schemeClr val="accent2"/>
              </a:gs>
            </a:gsLst>
            <a:lin ang="14400000" scaled="0"/>
          </a:gradFill>
        </p:spPr>
        <p:txBody>
          <a:bodyPr/>
          <a:lstStyle>
            <a:lvl1pPr marL="266700" indent="-266700" algn="l" defTabSz="914400" rtl="0" eaLnBrk="1" latinLnBrk="0" hangingPunct="1">
              <a:lnSpc>
                <a:spcPct val="100000"/>
              </a:lnSpc>
              <a:spcBef>
                <a:spcPts val="0"/>
              </a:spcBef>
              <a:spcAft>
                <a:spcPts val="1000"/>
              </a:spcAft>
              <a:buClr>
                <a:schemeClr val="accent2"/>
              </a:buClr>
              <a:buFont typeface="Arial" panose="020B0604020202020204" pitchFamily="34" charset="0"/>
              <a:buChar char="●"/>
              <a:defRPr sz="1600" kern="1200">
                <a:solidFill>
                  <a:schemeClr val="tx1"/>
                </a:solidFill>
                <a:latin typeface="+mn-lt"/>
                <a:ea typeface="+mn-ea"/>
                <a:cs typeface="+mn-cs"/>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solidFill>
                <a:latin typeface="+mn-lt"/>
                <a:ea typeface="+mn-ea"/>
                <a:cs typeface="+mn-cs"/>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solidFill>
                <a:latin typeface="+mn-lt"/>
                <a:ea typeface="+mn-ea"/>
                <a:cs typeface="+mn-cs"/>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solidFill>
                <a:latin typeface="+mn-lt"/>
                <a:ea typeface="+mn-ea"/>
                <a:cs typeface="+mn-cs"/>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noProof="0" dirty="0"/>
          </a:p>
        </p:txBody>
      </p:sp>
      <p:sp>
        <p:nvSpPr>
          <p:cNvPr id="19" name="Freeform: Shape 18">
            <a:extLst>
              <a:ext uri="{FF2B5EF4-FFF2-40B4-BE49-F238E27FC236}">
                <a16:creationId xmlns:a16="http://schemas.microsoft.com/office/drawing/2014/main" id="{78907576-77BD-4FD0-A9FE-48D249CB435B}"/>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p>
            <a:endParaRPr lang="en-US" noProof="0"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noProof="0" smtClean="0"/>
              <a:pPr/>
              <a:t>‹#›</a:t>
            </a:fld>
            <a:endParaRPr lang="en-US" noProof="0" dirty="0"/>
          </a:p>
        </p:txBody>
      </p:sp>
      <p:sp>
        <p:nvSpPr>
          <p:cNvPr id="5" name="Text Placeholder 4">
            <a:extLst>
              <a:ext uri="{FF2B5EF4-FFF2-40B4-BE49-F238E27FC236}">
                <a16:creationId xmlns:a16="http://schemas.microsoft.com/office/drawing/2014/main" id="{C430C70C-09F9-40EE-9A89-ED9A5DCFD98D}"/>
              </a:ext>
            </a:extLst>
          </p:cNvPr>
          <p:cNvSpPr>
            <a:spLocks noGrp="1"/>
          </p:cNvSpPr>
          <p:nvPr>
            <p:ph type="body" sz="quarter" idx="13" hasCustomPrompt="1"/>
          </p:nvPr>
        </p:nvSpPr>
        <p:spPr>
          <a:xfrm>
            <a:off x="1303794" y="3407563"/>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13" name="Text Placeholder 12">
            <a:extLst>
              <a:ext uri="{FF2B5EF4-FFF2-40B4-BE49-F238E27FC236}">
                <a16:creationId xmlns:a16="http://schemas.microsoft.com/office/drawing/2014/main" id="{278D9ACA-AB64-4D04-A5E0-23AC8B81EC2C}"/>
              </a:ext>
            </a:extLst>
          </p:cNvPr>
          <p:cNvSpPr>
            <a:spLocks noGrp="1"/>
          </p:cNvSpPr>
          <p:nvPr>
            <p:ph type="body" sz="quarter" idx="14" hasCustomPrompt="1"/>
          </p:nvPr>
        </p:nvSpPr>
        <p:spPr>
          <a:xfrm>
            <a:off x="1303794" y="3005055"/>
            <a:ext cx="2034138" cy="360445"/>
          </a:xfrm>
          <a:solidFill>
            <a:schemeClr val="tx2"/>
          </a:solidFill>
        </p:spPr>
        <p:txBody>
          <a:bodyPr lIns="0" anchor="ctr"/>
          <a:lstStyle>
            <a:lvl1pPr marL="0" indent="0" algn="ctr">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15" name="Text Placeholder 4">
            <a:extLst>
              <a:ext uri="{FF2B5EF4-FFF2-40B4-BE49-F238E27FC236}">
                <a16:creationId xmlns:a16="http://schemas.microsoft.com/office/drawing/2014/main" id="{F3B4EB62-0A18-46F9-98F0-E8FC5EBAF37E}"/>
              </a:ext>
            </a:extLst>
          </p:cNvPr>
          <p:cNvSpPr>
            <a:spLocks noGrp="1"/>
          </p:cNvSpPr>
          <p:nvPr>
            <p:ph type="body" sz="quarter" idx="15" hasCustomPrompt="1"/>
          </p:nvPr>
        </p:nvSpPr>
        <p:spPr>
          <a:xfrm>
            <a:off x="5066363" y="3407563"/>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16" name="Text Placeholder 12">
            <a:extLst>
              <a:ext uri="{FF2B5EF4-FFF2-40B4-BE49-F238E27FC236}">
                <a16:creationId xmlns:a16="http://schemas.microsoft.com/office/drawing/2014/main" id="{A3B2D4DF-9952-49C7-B850-559AD0DF27D5}"/>
              </a:ext>
            </a:extLst>
          </p:cNvPr>
          <p:cNvSpPr>
            <a:spLocks noGrp="1"/>
          </p:cNvSpPr>
          <p:nvPr>
            <p:ph type="body" sz="quarter" idx="16" hasCustomPrompt="1"/>
          </p:nvPr>
        </p:nvSpPr>
        <p:spPr>
          <a:xfrm>
            <a:off x="5066363" y="3005055"/>
            <a:ext cx="2034138" cy="360445"/>
          </a:xfrm>
          <a:solidFill>
            <a:schemeClr val="tx2"/>
          </a:solidFill>
        </p:spPr>
        <p:txBody>
          <a:bodyPr lIns="0" anchor="ctr"/>
          <a:lstStyle>
            <a:lvl1pPr marL="0" indent="0" algn="ctr">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17" name="Text Placeholder 4">
            <a:extLst>
              <a:ext uri="{FF2B5EF4-FFF2-40B4-BE49-F238E27FC236}">
                <a16:creationId xmlns:a16="http://schemas.microsoft.com/office/drawing/2014/main" id="{BCE373B8-7ADE-4DC4-9900-59147BFA16E7}"/>
              </a:ext>
            </a:extLst>
          </p:cNvPr>
          <p:cNvSpPr>
            <a:spLocks noGrp="1"/>
          </p:cNvSpPr>
          <p:nvPr>
            <p:ph type="body" sz="quarter" idx="17" hasCustomPrompt="1"/>
          </p:nvPr>
        </p:nvSpPr>
        <p:spPr>
          <a:xfrm>
            <a:off x="8828931" y="3407563"/>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18" name="Text Placeholder 12">
            <a:extLst>
              <a:ext uri="{FF2B5EF4-FFF2-40B4-BE49-F238E27FC236}">
                <a16:creationId xmlns:a16="http://schemas.microsoft.com/office/drawing/2014/main" id="{28F027FF-E9AF-4E49-AC44-48D21AD761AA}"/>
              </a:ext>
            </a:extLst>
          </p:cNvPr>
          <p:cNvSpPr>
            <a:spLocks noGrp="1"/>
          </p:cNvSpPr>
          <p:nvPr>
            <p:ph type="body" sz="quarter" idx="18" hasCustomPrompt="1"/>
          </p:nvPr>
        </p:nvSpPr>
        <p:spPr>
          <a:xfrm>
            <a:off x="8828931" y="3005055"/>
            <a:ext cx="2034138" cy="360445"/>
          </a:xfrm>
          <a:solidFill>
            <a:schemeClr val="tx2"/>
          </a:solidFill>
        </p:spPr>
        <p:txBody>
          <a:bodyPr lIns="0" anchor="ctr"/>
          <a:lstStyle>
            <a:lvl1pPr marL="0" indent="0" algn="ctr">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29" name="Picture Placeholder 25">
            <a:extLst>
              <a:ext uri="{FF2B5EF4-FFF2-40B4-BE49-F238E27FC236}">
                <a16:creationId xmlns:a16="http://schemas.microsoft.com/office/drawing/2014/main" id="{8989EC4C-4E3F-457F-8CF6-8A88DE68A930}"/>
              </a:ext>
            </a:extLst>
          </p:cNvPr>
          <p:cNvSpPr>
            <a:spLocks noGrp="1"/>
          </p:cNvSpPr>
          <p:nvPr>
            <p:ph type="pic" sz="quarter" idx="23" hasCustomPrompt="1"/>
          </p:nvPr>
        </p:nvSpPr>
        <p:spPr>
          <a:xfrm>
            <a:off x="1867711" y="1648853"/>
            <a:ext cx="906304" cy="1206290"/>
          </a:xfrm>
        </p:spPr>
        <p:txBody>
          <a:bodyPr anchor="ctr"/>
          <a:lstStyle>
            <a:lvl1pPr marL="0" indent="0" algn="ctr">
              <a:buNone/>
              <a:defRPr sz="1050" i="1">
                <a:solidFill>
                  <a:schemeClr val="bg1"/>
                </a:solidFill>
              </a:defRPr>
            </a:lvl1pPr>
          </a:lstStyle>
          <a:p>
            <a:r>
              <a:rPr lang="en-US" noProof="0" dirty="0"/>
              <a:t>Icon</a:t>
            </a:r>
          </a:p>
        </p:txBody>
      </p:sp>
      <p:sp>
        <p:nvSpPr>
          <p:cNvPr id="30" name="Picture Placeholder 25">
            <a:extLst>
              <a:ext uri="{FF2B5EF4-FFF2-40B4-BE49-F238E27FC236}">
                <a16:creationId xmlns:a16="http://schemas.microsoft.com/office/drawing/2014/main" id="{67FB2730-3D12-4D72-AE64-AC3955C5CD99}"/>
              </a:ext>
            </a:extLst>
          </p:cNvPr>
          <p:cNvSpPr>
            <a:spLocks noGrp="1"/>
          </p:cNvSpPr>
          <p:nvPr>
            <p:ph type="pic" sz="quarter" idx="24" hasCustomPrompt="1"/>
          </p:nvPr>
        </p:nvSpPr>
        <p:spPr>
          <a:xfrm>
            <a:off x="5630280" y="1648853"/>
            <a:ext cx="906304" cy="1206290"/>
          </a:xfrm>
        </p:spPr>
        <p:txBody>
          <a:bodyPr anchor="ctr"/>
          <a:lstStyle>
            <a:lvl1pPr marL="0" indent="0" algn="ctr">
              <a:buNone/>
              <a:defRPr sz="1050" i="1">
                <a:solidFill>
                  <a:schemeClr val="bg1"/>
                </a:solidFill>
              </a:defRPr>
            </a:lvl1pPr>
          </a:lstStyle>
          <a:p>
            <a:r>
              <a:rPr lang="en-US" noProof="0" dirty="0"/>
              <a:t>Icon</a:t>
            </a:r>
          </a:p>
        </p:txBody>
      </p:sp>
      <p:sp>
        <p:nvSpPr>
          <p:cNvPr id="31" name="Picture Placeholder 25">
            <a:extLst>
              <a:ext uri="{FF2B5EF4-FFF2-40B4-BE49-F238E27FC236}">
                <a16:creationId xmlns:a16="http://schemas.microsoft.com/office/drawing/2014/main" id="{4F2BB90C-4866-4DB3-B05C-0BB7DBFF8EA3}"/>
              </a:ext>
            </a:extLst>
          </p:cNvPr>
          <p:cNvSpPr>
            <a:spLocks noGrp="1"/>
          </p:cNvSpPr>
          <p:nvPr>
            <p:ph type="pic" sz="quarter" idx="25" hasCustomPrompt="1"/>
          </p:nvPr>
        </p:nvSpPr>
        <p:spPr>
          <a:xfrm>
            <a:off x="9392848" y="1648853"/>
            <a:ext cx="906304" cy="1206290"/>
          </a:xfrm>
        </p:spPr>
        <p:txBody>
          <a:bodyPr anchor="ctr"/>
          <a:lstStyle>
            <a:lvl1pPr marL="0" indent="0" algn="ctr">
              <a:buNone/>
              <a:defRPr sz="1050" i="1">
                <a:solidFill>
                  <a:schemeClr val="bg1"/>
                </a:solidFill>
              </a:defRPr>
            </a:lvl1pPr>
          </a:lstStyle>
          <a:p>
            <a:r>
              <a:rPr lang="en-US" noProof="0" dirty="0"/>
              <a:t>Icon</a:t>
            </a:r>
          </a:p>
        </p:txBody>
      </p:sp>
      <p:sp>
        <p:nvSpPr>
          <p:cNvPr id="22" name="Text Placeholder 4">
            <a:extLst>
              <a:ext uri="{FF2B5EF4-FFF2-40B4-BE49-F238E27FC236}">
                <a16:creationId xmlns:a16="http://schemas.microsoft.com/office/drawing/2014/main" id="{FE407FE5-15DF-40F7-B14C-0A04CC30CD66}"/>
              </a:ext>
            </a:extLst>
          </p:cNvPr>
          <p:cNvSpPr>
            <a:spLocks noGrp="1"/>
          </p:cNvSpPr>
          <p:nvPr>
            <p:ph type="body" sz="quarter" idx="26" hasCustomPrompt="1"/>
          </p:nvPr>
        </p:nvSpPr>
        <p:spPr>
          <a:xfrm>
            <a:off x="1303794" y="5736658"/>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23" name="Text Placeholder 12">
            <a:extLst>
              <a:ext uri="{FF2B5EF4-FFF2-40B4-BE49-F238E27FC236}">
                <a16:creationId xmlns:a16="http://schemas.microsoft.com/office/drawing/2014/main" id="{7DD73F77-2E6A-450D-B4AF-8643D8AE1ECE}"/>
              </a:ext>
            </a:extLst>
          </p:cNvPr>
          <p:cNvSpPr>
            <a:spLocks noGrp="1"/>
          </p:cNvSpPr>
          <p:nvPr>
            <p:ph type="body" sz="quarter" idx="27" hasCustomPrompt="1"/>
          </p:nvPr>
        </p:nvSpPr>
        <p:spPr>
          <a:xfrm>
            <a:off x="1303794" y="5334150"/>
            <a:ext cx="2034138" cy="360445"/>
          </a:xfrm>
          <a:solidFill>
            <a:schemeClr val="tx2"/>
          </a:solidFill>
        </p:spPr>
        <p:txBody>
          <a:bodyPr lIns="0" anchor="ctr"/>
          <a:lstStyle>
            <a:lvl1pPr marL="0" indent="0" algn="ctr">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24" name="Text Placeholder 4">
            <a:extLst>
              <a:ext uri="{FF2B5EF4-FFF2-40B4-BE49-F238E27FC236}">
                <a16:creationId xmlns:a16="http://schemas.microsoft.com/office/drawing/2014/main" id="{7F1CAED2-2A78-4780-A303-060C24C56526}"/>
              </a:ext>
            </a:extLst>
          </p:cNvPr>
          <p:cNvSpPr>
            <a:spLocks noGrp="1"/>
          </p:cNvSpPr>
          <p:nvPr>
            <p:ph type="body" sz="quarter" idx="28" hasCustomPrompt="1"/>
          </p:nvPr>
        </p:nvSpPr>
        <p:spPr>
          <a:xfrm>
            <a:off x="5066363" y="5736658"/>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27" name="Text Placeholder 12">
            <a:extLst>
              <a:ext uri="{FF2B5EF4-FFF2-40B4-BE49-F238E27FC236}">
                <a16:creationId xmlns:a16="http://schemas.microsoft.com/office/drawing/2014/main" id="{4E77CA0B-49F8-4EE9-84A7-AB28FD1CC1ED}"/>
              </a:ext>
            </a:extLst>
          </p:cNvPr>
          <p:cNvSpPr>
            <a:spLocks noGrp="1"/>
          </p:cNvSpPr>
          <p:nvPr>
            <p:ph type="body" sz="quarter" idx="29" hasCustomPrompt="1"/>
          </p:nvPr>
        </p:nvSpPr>
        <p:spPr>
          <a:xfrm>
            <a:off x="5066363" y="5334150"/>
            <a:ext cx="2034138" cy="360445"/>
          </a:xfrm>
          <a:solidFill>
            <a:schemeClr val="tx2"/>
          </a:solidFill>
        </p:spPr>
        <p:txBody>
          <a:bodyPr lIns="0" anchor="ctr"/>
          <a:lstStyle>
            <a:lvl1pPr marL="0" indent="0" algn="ctr">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28" name="Text Placeholder 4">
            <a:extLst>
              <a:ext uri="{FF2B5EF4-FFF2-40B4-BE49-F238E27FC236}">
                <a16:creationId xmlns:a16="http://schemas.microsoft.com/office/drawing/2014/main" id="{5D4F2294-CE3A-4705-BCB3-C5DAFA373C25}"/>
              </a:ext>
            </a:extLst>
          </p:cNvPr>
          <p:cNvSpPr>
            <a:spLocks noGrp="1"/>
          </p:cNvSpPr>
          <p:nvPr>
            <p:ph type="body" sz="quarter" idx="30" hasCustomPrompt="1"/>
          </p:nvPr>
        </p:nvSpPr>
        <p:spPr>
          <a:xfrm>
            <a:off x="8828931" y="5736658"/>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32" name="Text Placeholder 12">
            <a:extLst>
              <a:ext uri="{FF2B5EF4-FFF2-40B4-BE49-F238E27FC236}">
                <a16:creationId xmlns:a16="http://schemas.microsoft.com/office/drawing/2014/main" id="{7B49F9AF-7698-444D-8D12-FA0B6A713E03}"/>
              </a:ext>
            </a:extLst>
          </p:cNvPr>
          <p:cNvSpPr>
            <a:spLocks noGrp="1"/>
          </p:cNvSpPr>
          <p:nvPr>
            <p:ph type="body" sz="quarter" idx="31" hasCustomPrompt="1"/>
          </p:nvPr>
        </p:nvSpPr>
        <p:spPr>
          <a:xfrm>
            <a:off x="8828931" y="5334150"/>
            <a:ext cx="2034138" cy="360445"/>
          </a:xfrm>
          <a:solidFill>
            <a:schemeClr val="tx2"/>
          </a:solidFill>
        </p:spPr>
        <p:txBody>
          <a:bodyPr lIns="0" anchor="ctr"/>
          <a:lstStyle>
            <a:lvl1pPr marL="0" indent="0" algn="ctr">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33" name="Picture Placeholder 25">
            <a:extLst>
              <a:ext uri="{FF2B5EF4-FFF2-40B4-BE49-F238E27FC236}">
                <a16:creationId xmlns:a16="http://schemas.microsoft.com/office/drawing/2014/main" id="{6057C2E9-1501-4819-B77D-23A0268DB0F1}"/>
              </a:ext>
            </a:extLst>
          </p:cNvPr>
          <p:cNvSpPr>
            <a:spLocks noGrp="1"/>
          </p:cNvSpPr>
          <p:nvPr>
            <p:ph type="pic" sz="quarter" idx="32" hasCustomPrompt="1"/>
          </p:nvPr>
        </p:nvSpPr>
        <p:spPr>
          <a:xfrm>
            <a:off x="1867711" y="3977948"/>
            <a:ext cx="906304" cy="1206290"/>
          </a:xfrm>
        </p:spPr>
        <p:txBody>
          <a:bodyPr anchor="ctr"/>
          <a:lstStyle>
            <a:lvl1pPr marL="0" indent="0" algn="ctr">
              <a:buNone/>
              <a:defRPr sz="1050" i="1">
                <a:solidFill>
                  <a:schemeClr val="bg1"/>
                </a:solidFill>
              </a:defRPr>
            </a:lvl1pPr>
          </a:lstStyle>
          <a:p>
            <a:r>
              <a:rPr lang="en-US" noProof="0" dirty="0"/>
              <a:t>Icon</a:t>
            </a:r>
          </a:p>
        </p:txBody>
      </p:sp>
      <p:sp>
        <p:nvSpPr>
          <p:cNvPr id="34" name="Picture Placeholder 25">
            <a:extLst>
              <a:ext uri="{FF2B5EF4-FFF2-40B4-BE49-F238E27FC236}">
                <a16:creationId xmlns:a16="http://schemas.microsoft.com/office/drawing/2014/main" id="{C77B8544-1CEE-4ED4-89E8-ED042673804D}"/>
              </a:ext>
            </a:extLst>
          </p:cNvPr>
          <p:cNvSpPr>
            <a:spLocks noGrp="1"/>
          </p:cNvSpPr>
          <p:nvPr>
            <p:ph type="pic" sz="quarter" idx="33" hasCustomPrompt="1"/>
          </p:nvPr>
        </p:nvSpPr>
        <p:spPr>
          <a:xfrm>
            <a:off x="5630280" y="3977948"/>
            <a:ext cx="906304" cy="1206290"/>
          </a:xfrm>
        </p:spPr>
        <p:txBody>
          <a:bodyPr anchor="ctr"/>
          <a:lstStyle>
            <a:lvl1pPr marL="0" indent="0" algn="ctr">
              <a:buNone/>
              <a:defRPr sz="1050" i="1">
                <a:solidFill>
                  <a:schemeClr val="bg1"/>
                </a:solidFill>
              </a:defRPr>
            </a:lvl1pPr>
          </a:lstStyle>
          <a:p>
            <a:r>
              <a:rPr lang="en-US" noProof="0" dirty="0"/>
              <a:t>Icon</a:t>
            </a:r>
          </a:p>
        </p:txBody>
      </p:sp>
      <p:sp>
        <p:nvSpPr>
          <p:cNvPr id="35" name="Picture Placeholder 25">
            <a:extLst>
              <a:ext uri="{FF2B5EF4-FFF2-40B4-BE49-F238E27FC236}">
                <a16:creationId xmlns:a16="http://schemas.microsoft.com/office/drawing/2014/main" id="{E1131D92-0382-469E-A358-A2EC5FDCCF32}"/>
              </a:ext>
            </a:extLst>
          </p:cNvPr>
          <p:cNvSpPr>
            <a:spLocks noGrp="1"/>
          </p:cNvSpPr>
          <p:nvPr>
            <p:ph type="pic" sz="quarter" idx="34" hasCustomPrompt="1"/>
          </p:nvPr>
        </p:nvSpPr>
        <p:spPr>
          <a:xfrm>
            <a:off x="9392848" y="3977948"/>
            <a:ext cx="906304" cy="1206290"/>
          </a:xfrm>
        </p:spPr>
        <p:txBody>
          <a:bodyPr anchor="ctr"/>
          <a:lstStyle>
            <a:lvl1pPr marL="0" indent="0" algn="ctr">
              <a:buNone/>
              <a:defRPr sz="1050" i="1">
                <a:solidFill>
                  <a:schemeClr val="bg1"/>
                </a:solidFill>
              </a:defRPr>
            </a:lvl1pPr>
          </a:lstStyle>
          <a:p>
            <a:r>
              <a:rPr lang="en-US" noProof="0" dirty="0"/>
              <a:t>Icon</a:t>
            </a:r>
          </a:p>
        </p:txBody>
      </p:sp>
      <p:sp>
        <p:nvSpPr>
          <p:cNvPr id="3" name="Title 2">
            <a:extLst>
              <a:ext uri="{FF2B5EF4-FFF2-40B4-BE49-F238E27FC236}">
                <a16:creationId xmlns:a16="http://schemas.microsoft.com/office/drawing/2014/main" id="{7C0EBF36-B9CA-4962-B198-27B56B54E58C}"/>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Tree>
    <p:extLst>
      <p:ext uri="{BB962C8B-B14F-4D97-AF65-F5344CB8AC3E}">
        <p14:creationId xmlns:p14="http://schemas.microsoft.com/office/powerpoint/2010/main" val="2392197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isted Image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74D42A7-FF15-4C9E-9657-33DD5BC539DA}"/>
              </a:ext>
            </a:extLst>
          </p:cNvPr>
          <p:cNvSpPr/>
          <p:nvPr userDrawn="1"/>
        </p:nvSpPr>
        <p:spPr>
          <a:xfrm>
            <a:off x="180000" y="179109"/>
            <a:ext cx="11832000" cy="65139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3">
            <a:extLst>
              <a:ext uri="{FF2B5EF4-FFF2-40B4-BE49-F238E27FC236}">
                <a16:creationId xmlns:a16="http://schemas.microsoft.com/office/drawing/2014/main" id="{4FA555C0-B108-4047-8AFF-82E05F073446}"/>
              </a:ext>
            </a:extLst>
          </p:cNvPr>
          <p:cNvSpPr>
            <a:spLocks noGrp="1"/>
          </p:cNvSpPr>
          <p:nvPr>
            <p:ph type="body" sz="quarter" idx="12" hasCustomPrompt="1"/>
          </p:nvPr>
        </p:nvSpPr>
        <p:spPr>
          <a:xfrm>
            <a:off x="684213" y="1405643"/>
            <a:ext cx="7559675" cy="360000"/>
          </a:xfrm>
        </p:spPr>
        <p:txBody>
          <a:bodyPr/>
          <a:lstStyle>
            <a:lvl1pPr marL="0" indent="0">
              <a:buNone/>
              <a:defRPr sz="2200">
                <a:solidFill>
                  <a:schemeClr val="tx1"/>
                </a:solidFill>
                <a:latin typeface="+mj-lt"/>
              </a:defRPr>
            </a:lvl1pPr>
          </a:lstStyle>
          <a:p>
            <a:pPr lvl="0"/>
            <a:r>
              <a:rPr lang="en-US" dirty="0"/>
              <a:t>SUBTITLE</a:t>
            </a:r>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5EAA7C-AE70-48A8-B582-013424EB9C44}"/>
              </a:ext>
            </a:extLst>
          </p:cNvPr>
          <p:cNvSpPr>
            <a:spLocks noGrp="1"/>
          </p:cNvSpPr>
          <p:nvPr>
            <p:ph idx="1" hasCustomPrompt="1"/>
          </p:nvPr>
        </p:nvSpPr>
        <p:spPr>
          <a:xfrm>
            <a:off x="2095500" y="1992933"/>
            <a:ext cx="9388499" cy="1095375"/>
          </a:xfrm>
        </p:spPr>
        <p:txBody>
          <a:bodyPr/>
          <a:lstStyle>
            <a:lvl1pPr marL="0" indent="0">
              <a:buNone/>
              <a:defRPr/>
            </a:lvl1pPr>
          </a:lstStyle>
          <a:p>
            <a:pPr lvl="0"/>
            <a:r>
              <a:rPr lang="en-US" dirty="0"/>
              <a:t>Description Here</a:t>
            </a:r>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smtClean="0"/>
              <a:pPr/>
              <a:t>‹#›</a:t>
            </a:fld>
            <a:endParaRPr lang="en-US" dirty="0"/>
          </a:p>
        </p:txBody>
      </p:sp>
      <p:sp>
        <p:nvSpPr>
          <p:cNvPr id="11" name="Picture Placeholder 10">
            <a:extLst>
              <a:ext uri="{FF2B5EF4-FFF2-40B4-BE49-F238E27FC236}">
                <a16:creationId xmlns:a16="http://schemas.microsoft.com/office/drawing/2014/main" id="{A98EA298-DD21-4B69-8125-094245EDF713}"/>
              </a:ext>
            </a:extLst>
          </p:cNvPr>
          <p:cNvSpPr>
            <a:spLocks noGrp="1"/>
          </p:cNvSpPr>
          <p:nvPr>
            <p:ph type="pic" sz="quarter" idx="13" hasCustomPrompt="1"/>
          </p:nvPr>
        </p:nvSpPr>
        <p:spPr>
          <a:xfrm>
            <a:off x="684213" y="1992934"/>
            <a:ext cx="1095375" cy="1095375"/>
          </a:xfrm>
        </p:spPr>
        <p:txBody>
          <a:bodyPr anchor="ctr"/>
          <a:lstStyle>
            <a:lvl1pPr marL="0" indent="0" algn="ctr">
              <a:buNone/>
              <a:defRPr sz="1050" i="1"/>
            </a:lvl1pPr>
          </a:lstStyle>
          <a:p>
            <a:r>
              <a:rPr lang="en-US" dirty="0"/>
              <a:t>Place</a:t>
            </a:r>
            <a:br>
              <a:rPr lang="en-US" dirty="0"/>
            </a:br>
            <a:r>
              <a:rPr lang="en-US" dirty="0"/>
              <a:t>Your Image / Logo Here</a:t>
            </a:r>
          </a:p>
        </p:txBody>
      </p:sp>
      <p:sp>
        <p:nvSpPr>
          <p:cNvPr id="12" name="Picture Placeholder 10">
            <a:extLst>
              <a:ext uri="{FF2B5EF4-FFF2-40B4-BE49-F238E27FC236}">
                <a16:creationId xmlns:a16="http://schemas.microsoft.com/office/drawing/2014/main" id="{4C93EFCC-1E62-4200-9E96-2476EE2581BF}"/>
              </a:ext>
            </a:extLst>
          </p:cNvPr>
          <p:cNvSpPr>
            <a:spLocks noGrp="1"/>
          </p:cNvSpPr>
          <p:nvPr>
            <p:ph type="pic" sz="quarter" idx="14" hasCustomPrompt="1"/>
          </p:nvPr>
        </p:nvSpPr>
        <p:spPr>
          <a:xfrm>
            <a:off x="684213" y="3431134"/>
            <a:ext cx="1095375" cy="1095375"/>
          </a:xfrm>
        </p:spPr>
        <p:txBody>
          <a:bodyPr anchor="ctr"/>
          <a:lstStyle>
            <a:lvl1pPr marL="0" indent="0" algn="ctr">
              <a:buNone/>
              <a:defRPr sz="1050" i="1"/>
            </a:lvl1pPr>
          </a:lstStyle>
          <a:p>
            <a:r>
              <a:rPr lang="en-US" dirty="0"/>
              <a:t>Place</a:t>
            </a:r>
            <a:br>
              <a:rPr lang="en-US" dirty="0"/>
            </a:br>
            <a:r>
              <a:rPr lang="en-US" dirty="0"/>
              <a:t>Your Image / Logo Here</a:t>
            </a:r>
          </a:p>
        </p:txBody>
      </p:sp>
      <p:sp>
        <p:nvSpPr>
          <p:cNvPr id="13" name="Picture Placeholder 10">
            <a:extLst>
              <a:ext uri="{FF2B5EF4-FFF2-40B4-BE49-F238E27FC236}">
                <a16:creationId xmlns:a16="http://schemas.microsoft.com/office/drawing/2014/main" id="{8741D874-BD81-4469-AA1C-32517FD7C37B}"/>
              </a:ext>
            </a:extLst>
          </p:cNvPr>
          <p:cNvSpPr>
            <a:spLocks noGrp="1"/>
          </p:cNvSpPr>
          <p:nvPr>
            <p:ph type="pic" sz="quarter" idx="15" hasCustomPrompt="1"/>
          </p:nvPr>
        </p:nvSpPr>
        <p:spPr>
          <a:xfrm>
            <a:off x="684213" y="4869334"/>
            <a:ext cx="1095375" cy="1095375"/>
          </a:xfrm>
        </p:spPr>
        <p:txBody>
          <a:bodyPr anchor="ctr"/>
          <a:lstStyle>
            <a:lvl1pPr marL="0" indent="0" algn="ctr">
              <a:buNone/>
              <a:defRPr sz="1050" i="1"/>
            </a:lvl1pPr>
          </a:lstStyle>
          <a:p>
            <a:r>
              <a:rPr lang="en-US" dirty="0"/>
              <a:t>Place</a:t>
            </a:r>
            <a:br>
              <a:rPr lang="en-US" dirty="0"/>
            </a:br>
            <a:r>
              <a:rPr lang="en-US" dirty="0"/>
              <a:t>Your Image / Logo Here</a:t>
            </a:r>
          </a:p>
        </p:txBody>
      </p:sp>
      <p:sp>
        <p:nvSpPr>
          <p:cNvPr id="14" name="Content Placeholder 2">
            <a:extLst>
              <a:ext uri="{FF2B5EF4-FFF2-40B4-BE49-F238E27FC236}">
                <a16:creationId xmlns:a16="http://schemas.microsoft.com/office/drawing/2014/main" id="{CFB0B599-DDEF-43E9-A07F-FC328C595BCE}"/>
              </a:ext>
            </a:extLst>
          </p:cNvPr>
          <p:cNvSpPr>
            <a:spLocks noGrp="1"/>
          </p:cNvSpPr>
          <p:nvPr>
            <p:ph idx="16" hasCustomPrompt="1"/>
          </p:nvPr>
        </p:nvSpPr>
        <p:spPr>
          <a:xfrm>
            <a:off x="2095500" y="3422739"/>
            <a:ext cx="9388499" cy="1095375"/>
          </a:xfrm>
        </p:spPr>
        <p:txBody>
          <a:bodyPr/>
          <a:lstStyle>
            <a:lvl1pPr marL="0" indent="0">
              <a:buNone/>
              <a:defRPr/>
            </a:lvl1pPr>
          </a:lstStyle>
          <a:p>
            <a:pPr lvl="0"/>
            <a:r>
              <a:rPr lang="en-US" dirty="0"/>
              <a:t>Description Here</a:t>
            </a:r>
          </a:p>
        </p:txBody>
      </p:sp>
      <p:sp>
        <p:nvSpPr>
          <p:cNvPr id="15" name="Content Placeholder 2">
            <a:extLst>
              <a:ext uri="{FF2B5EF4-FFF2-40B4-BE49-F238E27FC236}">
                <a16:creationId xmlns:a16="http://schemas.microsoft.com/office/drawing/2014/main" id="{63FF0857-6431-48DC-BE82-9A93C55CEFB4}"/>
              </a:ext>
            </a:extLst>
          </p:cNvPr>
          <p:cNvSpPr>
            <a:spLocks noGrp="1"/>
          </p:cNvSpPr>
          <p:nvPr>
            <p:ph idx="17" hasCustomPrompt="1"/>
          </p:nvPr>
        </p:nvSpPr>
        <p:spPr>
          <a:xfrm>
            <a:off x="2095500" y="4867850"/>
            <a:ext cx="9388499" cy="1095375"/>
          </a:xfrm>
        </p:spPr>
        <p:txBody>
          <a:bodyPr/>
          <a:lstStyle>
            <a:lvl1pPr marL="0" indent="0">
              <a:buNone/>
              <a:defRPr/>
            </a:lvl1pPr>
          </a:lstStyle>
          <a:p>
            <a:pPr lvl="0"/>
            <a:r>
              <a:rPr lang="en-US" dirty="0"/>
              <a:t>Description Here</a:t>
            </a:r>
          </a:p>
        </p:txBody>
      </p:sp>
    </p:spTree>
    <p:extLst>
      <p:ext uri="{BB962C8B-B14F-4D97-AF65-F5344CB8AC3E}">
        <p14:creationId xmlns:p14="http://schemas.microsoft.com/office/powerpoint/2010/main" val="21194719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74D42A7-FF15-4C9E-9657-33DD5BC539DA}"/>
              </a:ext>
            </a:extLst>
          </p:cNvPr>
          <p:cNvSpPr/>
          <p:nvPr userDrawn="1"/>
        </p:nvSpPr>
        <p:spPr>
          <a:xfrm>
            <a:off x="180000" y="179109"/>
            <a:ext cx="11832000" cy="65139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3">
            <a:extLst>
              <a:ext uri="{FF2B5EF4-FFF2-40B4-BE49-F238E27FC236}">
                <a16:creationId xmlns:a16="http://schemas.microsoft.com/office/drawing/2014/main" id="{4FA555C0-B108-4047-8AFF-82E05F073446}"/>
              </a:ext>
            </a:extLst>
          </p:cNvPr>
          <p:cNvSpPr>
            <a:spLocks noGrp="1"/>
          </p:cNvSpPr>
          <p:nvPr>
            <p:ph type="body" sz="quarter" idx="12" hasCustomPrompt="1"/>
          </p:nvPr>
        </p:nvSpPr>
        <p:spPr>
          <a:xfrm>
            <a:off x="684213" y="1405643"/>
            <a:ext cx="7559675" cy="360000"/>
          </a:xfrm>
        </p:spPr>
        <p:txBody>
          <a:bodyPr/>
          <a:lstStyle>
            <a:lvl1pPr marL="0" indent="0">
              <a:buNone/>
              <a:defRPr sz="2200">
                <a:solidFill>
                  <a:schemeClr val="tx1"/>
                </a:solidFill>
                <a:latin typeface="+mj-lt"/>
              </a:defRPr>
            </a:lvl1pPr>
          </a:lstStyle>
          <a:p>
            <a:pPr lvl="0"/>
            <a:r>
              <a:rPr lang="en-US" dirty="0"/>
              <a:t>SUBTITLE</a:t>
            </a:r>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5EAA7C-AE70-48A8-B582-013424EB9C4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smtClean="0"/>
              <a:pPr/>
              <a:t>‹#›</a:t>
            </a:fld>
            <a:endParaRPr lang="en-US" dirty="0"/>
          </a:p>
        </p:txBody>
      </p:sp>
    </p:spTree>
    <p:extLst>
      <p:ext uri="{BB962C8B-B14F-4D97-AF65-F5344CB8AC3E}">
        <p14:creationId xmlns:p14="http://schemas.microsoft.com/office/powerpoint/2010/main" val="30417404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8D39141-3E8E-4545-90DB-291A0E5F139B}"/>
              </a:ext>
            </a:extLst>
          </p:cNvPr>
          <p:cNvSpPr>
            <a:spLocks noGrp="1"/>
          </p:cNvSpPr>
          <p:nvPr>
            <p:ph type="pic" sz="quarter" idx="12" hasCustomPrompt="1"/>
          </p:nvPr>
        </p:nvSpPr>
        <p:spPr>
          <a:xfrm>
            <a:off x="0" y="0"/>
            <a:ext cx="12192000" cy="6858000"/>
          </a:xfrm>
          <a:solidFill>
            <a:schemeClr val="tx1">
              <a:lumMod val="75000"/>
              <a:lumOff val="25000"/>
            </a:schemeClr>
          </a:solidFill>
        </p:spPr>
        <p:txBody>
          <a:bodyPr lIns="0" tIns="0" rIns="612000" anchor="ctr"/>
          <a:lstStyle>
            <a:lvl1pPr marL="0" indent="0" algn="r">
              <a:lnSpc>
                <a:spcPct val="100000"/>
              </a:lnSpc>
              <a:buNone/>
              <a:defRPr sz="1200" i="1">
                <a:solidFill>
                  <a:schemeClr val="bg1">
                    <a:lumMod val="75000"/>
                  </a:schemeClr>
                </a:solidFill>
              </a:defRPr>
            </a:lvl1pPr>
          </a:lstStyle>
          <a:p>
            <a:r>
              <a:rPr lang="en-US" dirty="0"/>
              <a:t>Drag &amp; Drop Your </a:t>
            </a:r>
            <a:br>
              <a:rPr lang="en-US" dirty="0"/>
            </a:br>
            <a:r>
              <a:rPr lang="en-US" dirty="0"/>
              <a:t>Background Photo Here</a:t>
            </a:r>
          </a:p>
        </p:txBody>
      </p:sp>
      <p:sp>
        <p:nvSpPr>
          <p:cNvPr id="2" name="Title 1">
            <a:extLst>
              <a:ext uri="{FF2B5EF4-FFF2-40B4-BE49-F238E27FC236}">
                <a16:creationId xmlns:a16="http://schemas.microsoft.com/office/drawing/2014/main" id="{AD90A062-54B3-47F2-9D6A-5BC9575208D2}"/>
              </a:ext>
            </a:extLst>
          </p:cNvPr>
          <p:cNvSpPr>
            <a:spLocks noGrp="1"/>
          </p:cNvSpPr>
          <p:nvPr>
            <p:ph type="ctrTitle" hasCustomPrompt="1"/>
          </p:nvPr>
        </p:nvSpPr>
        <p:spPr>
          <a:xfrm>
            <a:off x="0" y="0"/>
            <a:ext cx="9672000" cy="6857999"/>
          </a:xfrm>
          <a:solidFill>
            <a:schemeClr val="tx2">
              <a:alpha val="70000"/>
            </a:schemeClr>
          </a:solidFill>
        </p:spPr>
        <p:txBody>
          <a:bodyPr lIns="1116000" rIns="180000" bIns="756000" anchor="ctr"/>
          <a:lstStyle>
            <a:lvl1pPr algn="l">
              <a:lnSpc>
                <a:spcPct val="65000"/>
              </a:lnSpc>
              <a:defRPr sz="8800" cap="all" baseline="0">
                <a:solidFill>
                  <a:schemeClr val="bg1"/>
                </a:solidFill>
              </a:defRPr>
            </a:lvl1pPr>
          </a:lstStyle>
          <a:p>
            <a:r>
              <a:rPr lang="en-US" dirty="0"/>
              <a:t>Thank </a:t>
            </a:r>
            <a:br>
              <a:rPr lang="en-US" dirty="0"/>
            </a:br>
            <a:r>
              <a:rPr lang="en-US" dirty="0"/>
              <a:t>you</a:t>
            </a:r>
          </a:p>
        </p:txBody>
      </p:sp>
      <p:sp>
        <p:nvSpPr>
          <p:cNvPr id="6" name="Text Placeholder 5">
            <a:extLst>
              <a:ext uri="{FF2B5EF4-FFF2-40B4-BE49-F238E27FC236}">
                <a16:creationId xmlns:a16="http://schemas.microsoft.com/office/drawing/2014/main" id="{D49FD1A9-E34B-4888-90DE-493861AD75C6}"/>
              </a:ext>
            </a:extLst>
          </p:cNvPr>
          <p:cNvSpPr>
            <a:spLocks noGrp="1"/>
          </p:cNvSpPr>
          <p:nvPr>
            <p:ph type="body" sz="quarter" idx="13" hasCustomPrompt="1"/>
          </p:nvPr>
        </p:nvSpPr>
        <p:spPr>
          <a:xfrm>
            <a:off x="1917700" y="4508500"/>
            <a:ext cx="3314700" cy="330200"/>
          </a:xfrm>
        </p:spPr>
        <p:txBody>
          <a:bodyPr anchor="t"/>
          <a:lstStyle>
            <a:lvl1pPr marL="0" indent="0">
              <a:buNone/>
              <a:defRPr sz="2000">
                <a:solidFill>
                  <a:schemeClr val="accent1"/>
                </a:solidFill>
                <a:latin typeface="+mj-lt"/>
              </a:defRPr>
            </a:lvl1pPr>
            <a:lvl2pPr marL="266700" indent="0">
              <a:buNone/>
              <a:defRPr>
                <a:solidFill>
                  <a:schemeClr val="accent1"/>
                </a:solidFill>
              </a:defRPr>
            </a:lvl2pPr>
            <a:lvl3pPr marL="447675" indent="0">
              <a:buNone/>
              <a:defRPr>
                <a:solidFill>
                  <a:schemeClr val="accent1"/>
                </a:solidFill>
              </a:defRPr>
            </a:lvl3pPr>
            <a:lvl4pPr marL="628650" indent="0">
              <a:buNone/>
              <a:defRPr>
                <a:solidFill>
                  <a:schemeClr val="accent1"/>
                </a:solidFill>
              </a:defRPr>
            </a:lvl4pPr>
            <a:lvl5pPr marL="809625" indent="0">
              <a:buNone/>
              <a:defRPr>
                <a:solidFill>
                  <a:schemeClr val="accent1"/>
                </a:solidFill>
              </a:defRPr>
            </a:lvl5pPr>
          </a:lstStyle>
          <a:p>
            <a:pPr lvl="0"/>
            <a:r>
              <a:rPr lang="en-US" dirty="0"/>
              <a:t>Full Name</a:t>
            </a:r>
          </a:p>
        </p:txBody>
      </p:sp>
      <p:sp>
        <p:nvSpPr>
          <p:cNvPr id="9" name="Text Placeholder 5">
            <a:extLst>
              <a:ext uri="{FF2B5EF4-FFF2-40B4-BE49-F238E27FC236}">
                <a16:creationId xmlns:a16="http://schemas.microsoft.com/office/drawing/2014/main" id="{3452AC72-D893-4C1A-83BD-9930164D8935}"/>
              </a:ext>
            </a:extLst>
          </p:cNvPr>
          <p:cNvSpPr>
            <a:spLocks noGrp="1"/>
          </p:cNvSpPr>
          <p:nvPr>
            <p:ph type="body" sz="quarter" idx="14" hasCustomPrompt="1"/>
          </p:nvPr>
        </p:nvSpPr>
        <p:spPr>
          <a:xfrm>
            <a:off x="1917700" y="5180023"/>
            <a:ext cx="3314700" cy="205029"/>
          </a:xfrm>
          <a:ln>
            <a:noFill/>
          </a:ln>
        </p:spPr>
        <p:txBody>
          <a:bodyPr anchor="t"/>
          <a:lstStyle>
            <a:lvl1pPr marL="0" indent="0">
              <a:buNone/>
              <a:defRPr sz="1600">
                <a:solidFill>
                  <a:schemeClr val="bg1"/>
                </a:solidFill>
              </a:defRPr>
            </a:lvl1pPr>
            <a:lvl2pPr marL="266700" indent="0">
              <a:buNone/>
              <a:defRPr>
                <a:solidFill>
                  <a:schemeClr val="accent1"/>
                </a:solidFill>
              </a:defRPr>
            </a:lvl2pPr>
            <a:lvl3pPr marL="447675" indent="0">
              <a:buNone/>
              <a:defRPr>
                <a:solidFill>
                  <a:schemeClr val="accent1"/>
                </a:solidFill>
              </a:defRPr>
            </a:lvl3pPr>
            <a:lvl4pPr marL="628650" indent="0">
              <a:buNone/>
              <a:defRPr>
                <a:solidFill>
                  <a:schemeClr val="accent1"/>
                </a:solidFill>
              </a:defRPr>
            </a:lvl4pPr>
            <a:lvl5pPr marL="809625" indent="0">
              <a:buNone/>
              <a:defRPr>
                <a:solidFill>
                  <a:schemeClr val="accent1"/>
                </a:solidFill>
              </a:defRPr>
            </a:lvl5pPr>
          </a:lstStyle>
          <a:p>
            <a:pPr lvl="0"/>
            <a:r>
              <a:rPr lang="en-US" dirty="0"/>
              <a:t>Email</a:t>
            </a:r>
          </a:p>
        </p:txBody>
      </p:sp>
      <p:sp>
        <p:nvSpPr>
          <p:cNvPr id="10" name="Text Placeholder 5">
            <a:extLst>
              <a:ext uri="{FF2B5EF4-FFF2-40B4-BE49-F238E27FC236}">
                <a16:creationId xmlns:a16="http://schemas.microsoft.com/office/drawing/2014/main" id="{D2EEC149-F1BE-4C36-A789-5BF73B40A212}"/>
              </a:ext>
            </a:extLst>
          </p:cNvPr>
          <p:cNvSpPr>
            <a:spLocks noGrp="1"/>
          </p:cNvSpPr>
          <p:nvPr>
            <p:ph type="body" sz="quarter" idx="15" hasCustomPrompt="1"/>
          </p:nvPr>
        </p:nvSpPr>
        <p:spPr>
          <a:xfrm>
            <a:off x="1917700" y="5683561"/>
            <a:ext cx="3314700" cy="205029"/>
          </a:xfrm>
          <a:ln>
            <a:noFill/>
          </a:ln>
        </p:spPr>
        <p:txBody>
          <a:bodyPr anchor="t"/>
          <a:lstStyle>
            <a:lvl1pPr marL="0" indent="0">
              <a:buNone/>
              <a:defRPr sz="1600">
                <a:solidFill>
                  <a:schemeClr val="bg1"/>
                </a:solidFill>
              </a:defRPr>
            </a:lvl1pPr>
            <a:lvl2pPr marL="266700" indent="0">
              <a:buNone/>
              <a:defRPr>
                <a:solidFill>
                  <a:schemeClr val="accent1"/>
                </a:solidFill>
              </a:defRPr>
            </a:lvl2pPr>
            <a:lvl3pPr marL="447675" indent="0">
              <a:buNone/>
              <a:defRPr>
                <a:solidFill>
                  <a:schemeClr val="accent1"/>
                </a:solidFill>
              </a:defRPr>
            </a:lvl3pPr>
            <a:lvl4pPr marL="628650" indent="0">
              <a:buNone/>
              <a:defRPr>
                <a:solidFill>
                  <a:schemeClr val="accent1"/>
                </a:solidFill>
              </a:defRPr>
            </a:lvl4pPr>
            <a:lvl5pPr marL="809625" indent="0">
              <a:buNone/>
              <a:defRPr>
                <a:solidFill>
                  <a:schemeClr val="accent1"/>
                </a:solidFill>
              </a:defRPr>
            </a:lvl5pPr>
          </a:lstStyle>
          <a:p>
            <a:pPr lvl="0"/>
            <a:r>
              <a:rPr lang="en-US" dirty="0"/>
              <a:t>Phone</a:t>
            </a:r>
          </a:p>
        </p:txBody>
      </p:sp>
      <p:sp>
        <p:nvSpPr>
          <p:cNvPr id="11" name="Text Placeholder 5">
            <a:extLst>
              <a:ext uri="{FF2B5EF4-FFF2-40B4-BE49-F238E27FC236}">
                <a16:creationId xmlns:a16="http://schemas.microsoft.com/office/drawing/2014/main" id="{ECC256E6-6AE8-4950-838C-BE638FB47968}"/>
              </a:ext>
            </a:extLst>
          </p:cNvPr>
          <p:cNvSpPr>
            <a:spLocks noGrp="1"/>
          </p:cNvSpPr>
          <p:nvPr>
            <p:ph type="body" sz="quarter" idx="16" hasCustomPrompt="1"/>
          </p:nvPr>
        </p:nvSpPr>
        <p:spPr>
          <a:xfrm>
            <a:off x="1917700" y="4821910"/>
            <a:ext cx="3314700" cy="205029"/>
          </a:xfrm>
        </p:spPr>
        <p:txBody>
          <a:bodyPr anchor="t"/>
          <a:lstStyle>
            <a:lvl1pPr marL="0" indent="0">
              <a:buNone/>
              <a:defRPr sz="1000" i="0">
                <a:solidFill>
                  <a:schemeClr val="bg1"/>
                </a:solidFill>
              </a:defRPr>
            </a:lvl1pPr>
            <a:lvl2pPr marL="266700" indent="0">
              <a:buNone/>
              <a:defRPr>
                <a:solidFill>
                  <a:schemeClr val="accent1"/>
                </a:solidFill>
              </a:defRPr>
            </a:lvl2pPr>
            <a:lvl3pPr marL="447675" indent="0">
              <a:buNone/>
              <a:defRPr>
                <a:solidFill>
                  <a:schemeClr val="accent1"/>
                </a:solidFill>
              </a:defRPr>
            </a:lvl3pPr>
            <a:lvl4pPr marL="628650" indent="0">
              <a:buNone/>
              <a:defRPr>
                <a:solidFill>
                  <a:schemeClr val="accent1"/>
                </a:solidFill>
              </a:defRPr>
            </a:lvl4pPr>
            <a:lvl5pPr marL="809625" indent="0">
              <a:buNone/>
              <a:defRPr>
                <a:solidFill>
                  <a:schemeClr val="accent1"/>
                </a:solidFill>
              </a:defRPr>
            </a:lvl5pPr>
          </a:lstStyle>
          <a:p>
            <a:pPr lvl="0"/>
            <a:r>
              <a:rPr lang="en-US" dirty="0"/>
              <a:t>POSITION</a:t>
            </a:r>
          </a:p>
        </p:txBody>
      </p:sp>
    </p:spTree>
    <p:extLst>
      <p:ext uri="{BB962C8B-B14F-4D97-AF65-F5344CB8AC3E}">
        <p14:creationId xmlns:p14="http://schemas.microsoft.com/office/powerpoint/2010/main" val="3185791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A5246D-ECE9-473C-953D-D56C3F7B32F8}"/>
              </a:ext>
            </a:extLst>
          </p:cNvPr>
          <p:cNvSpPr>
            <a:spLocks noGrp="1"/>
          </p:cNvSpPr>
          <p:nvPr>
            <p:ph type="title"/>
          </p:nvPr>
        </p:nvSpPr>
        <p:spPr>
          <a:xfrm>
            <a:off x="684000" y="808186"/>
            <a:ext cx="7560000" cy="370166"/>
          </a:xfrm>
          <a:prstGeom prst="rect">
            <a:avLst/>
          </a:prstGeom>
        </p:spPr>
        <p:txBody>
          <a:bodyPr vert="horz" lIns="0" tIns="0" rIns="0" bIns="0" rtlCol="0" anchor="t">
            <a:noAutofit/>
          </a:bodyPr>
          <a:lstStyle/>
          <a:p>
            <a:r>
              <a:rPr lang="en-US" noProof="0"/>
              <a:t>Click to edit Master title style</a:t>
            </a:r>
            <a:endParaRPr lang="en-US" noProof="0" dirty="0"/>
          </a:p>
        </p:txBody>
      </p:sp>
      <p:sp>
        <p:nvSpPr>
          <p:cNvPr id="3" name="Text Placeholder 2">
            <a:extLst>
              <a:ext uri="{FF2B5EF4-FFF2-40B4-BE49-F238E27FC236}">
                <a16:creationId xmlns:a16="http://schemas.microsoft.com/office/drawing/2014/main" id="{65D946F0-677D-45B4-83B9-FD3BD3FFCA3C}"/>
              </a:ext>
            </a:extLst>
          </p:cNvPr>
          <p:cNvSpPr>
            <a:spLocks noGrp="1"/>
          </p:cNvSpPr>
          <p:nvPr>
            <p:ph type="body" idx="1"/>
          </p:nvPr>
        </p:nvSpPr>
        <p:spPr>
          <a:xfrm>
            <a:off x="684000" y="1825625"/>
            <a:ext cx="10800000" cy="43200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Footer Placeholder 4">
            <a:extLst>
              <a:ext uri="{FF2B5EF4-FFF2-40B4-BE49-F238E27FC236}">
                <a16:creationId xmlns:a16="http://schemas.microsoft.com/office/drawing/2014/main" id="{1445BE21-FA72-48F5-9A53-134902BF63DC}"/>
              </a:ext>
            </a:extLst>
          </p:cNvPr>
          <p:cNvSpPr>
            <a:spLocks noGrp="1"/>
          </p:cNvSpPr>
          <p:nvPr>
            <p:ph type="ftr" sz="quarter" idx="3"/>
          </p:nvPr>
        </p:nvSpPr>
        <p:spPr>
          <a:xfrm>
            <a:off x="288000" y="6192000"/>
            <a:ext cx="7560000" cy="360000"/>
          </a:xfrm>
          <a:prstGeom prst="rect">
            <a:avLst/>
          </a:prstGeom>
        </p:spPr>
        <p:txBody>
          <a:bodyPr vert="horz" lIns="0" tIns="0" rIns="0" bIns="0" rtlCol="0" anchor="b"/>
          <a:lstStyle>
            <a:lvl1pPr algn="l">
              <a:defRPr sz="800">
                <a:solidFill>
                  <a:schemeClr val="tx1">
                    <a:tint val="75000"/>
                  </a:schemeClr>
                </a:solidFill>
              </a:defRPr>
            </a:lvl1pPr>
          </a:lstStyle>
          <a:p>
            <a:endParaRPr lang="en-US" noProof="0" dirty="0"/>
          </a:p>
        </p:txBody>
      </p:sp>
      <p:sp>
        <p:nvSpPr>
          <p:cNvPr id="6" name="Slide Number Placeholder 5">
            <a:extLst>
              <a:ext uri="{FF2B5EF4-FFF2-40B4-BE49-F238E27FC236}">
                <a16:creationId xmlns:a16="http://schemas.microsoft.com/office/drawing/2014/main" id="{70F79B29-5421-49A7-A511-D916B66A8890}"/>
              </a:ext>
            </a:extLst>
          </p:cNvPr>
          <p:cNvSpPr>
            <a:spLocks noGrp="1"/>
          </p:cNvSpPr>
          <p:nvPr>
            <p:ph type="sldNum" sz="quarter" idx="4"/>
          </p:nvPr>
        </p:nvSpPr>
        <p:spPr>
          <a:xfrm>
            <a:off x="11575764" y="6241764"/>
            <a:ext cx="270474" cy="270474"/>
          </a:xfrm>
          <a:prstGeom prst="ellipse">
            <a:avLst/>
          </a:prstGeom>
          <a:solidFill>
            <a:schemeClr val="accent1"/>
          </a:solidFill>
        </p:spPr>
        <p:txBody>
          <a:bodyPr vert="horz" lIns="0" tIns="0" rIns="0" bIns="0" rtlCol="0" anchor="ctr"/>
          <a:lstStyle>
            <a:lvl1pPr algn="ctr">
              <a:defRPr sz="1000">
                <a:solidFill>
                  <a:schemeClr val="tx2"/>
                </a:solidFill>
              </a:defRPr>
            </a:lvl1pPr>
          </a:lstStyle>
          <a:p>
            <a:fld id="{EECC7194-A4D0-457B-9D3E-53681723AFF7}" type="slidenum">
              <a:rPr lang="en-US" noProof="0" smtClean="0"/>
              <a:pPr/>
              <a:t>‹#›</a:t>
            </a:fld>
            <a:endParaRPr lang="en-US" noProof="0" dirty="0"/>
          </a:p>
        </p:txBody>
      </p:sp>
    </p:spTree>
    <p:extLst>
      <p:ext uri="{BB962C8B-B14F-4D97-AF65-F5344CB8AC3E}">
        <p14:creationId xmlns:p14="http://schemas.microsoft.com/office/powerpoint/2010/main" val="3278925284"/>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50" r:id="rId12"/>
    <p:sldLayoutId id="2147483669" r:id="rId13"/>
  </p:sldLayoutIdLst>
  <p:hf hdr="0" ftr="0" dt="0"/>
  <p:txStyles>
    <p:titleStyle>
      <a:lvl1pPr algn="l" defTabSz="914400" rtl="0" eaLnBrk="1" latinLnBrk="0" hangingPunct="1">
        <a:lnSpc>
          <a:spcPct val="90000"/>
        </a:lnSpc>
        <a:spcBef>
          <a:spcPct val="0"/>
        </a:spcBef>
        <a:buNone/>
        <a:defRPr sz="3200" b="1" kern="1200" cap="all" spc="-150" baseline="0">
          <a:solidFill>
            <a:schemeClr val="accent2"/>
          </a:solidFill>
          <a:latin typeface="+mj-lt"/>
          <a:ea typeface="+mj-ea"/>
          <a:cs typeface="+mj-cs"/>
        </a:defRPr>
      </a:lvl1pPr>
    </p:titleStyle>
    <p:bodyStyle>
      <a:lvl1pPr marL="266700" indent="-266700" algn="l" defTabSz="914400" rtl="0" eaLnBrk="1" latinLnBrk="0" hangingPunct="1">
        <a:lnSpc>
          <a:spcPct val="100000"/>
        </a:lnSpc>
        <a:spcBef>
          <a:spcPts val="0"/>
        </a:spcBef>
        <a:spcAft>
          <a:spcPts val="1000"/>
        </a:spcAft>
        <a:buClr>
          <a:schemeClr val="accent2"/>
        </a:buClr>
        <a:buFont typeface="Arial" panose="020B0604020202020204" pitchFamily="34" charset="0"/>
        <a:buChar char="●"/>
        <a:defRPr sz="1600" kern="1200">
          <a:solidFill>
            <a:schemeClr val="tx1"/>
          </a:solidFill>
          <a:latin typeface="+mn-lt"/>
          <a:ea typeface="+mn-ea"/>
          <a:cs typeface="+mn-cs"/>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solidFill>
          <a:latin typeface="+mn-lt"/>
          <a:ea typeface="+mn-ea"/>
          <a:cs typeface="+mn-cs"/>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solidFill>
          <a:latin typeface="+mn-lt"/>
          <a:ea typeface="+mn-ea"/>
          <a:cs typeface="+mn-cs"/>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solidFill>
          <a:latin typeface="+mn-lt"/>
          <a:ea typeface="+mn-ea"/>
          <a:cs typeface="+mn-cs"/>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alpha val="80000"/>
          </a:schemeClr>
        </a:solidFill>
        <a:effectLst/>
      </p:bgPr>
    </p:bg>
    <p:spTree>
      <p:nvGrpSpPr>
        <p:cNvPr id="1" name=""/>
        <p:cNvGrpSpPr/>
        <p:nvPr/>
      </p:nvGrpSpPr>
      <p:grpSpPr>
        <a:xfrm>
          <a:off x="0" y="0"/>
          <a:ext cx="0" cy="0"/>
          <a:chOff x="0" y="0"/>
          <a:chExt cx="0" cy="0"/>
        </a:xfrm>
      </p:grpSpPr>
      <p:pic>
        <p:nvPicPr>
          <p:cNvPr id="18" name="Picture Placeholder 17">
            <a:extLst>
              <a:ext uri="{FF2B5EF4-FFF2-40B4-BE49-F238E27FC236}">
                <a16:creationId xmlns:a16="http://schemas.microsoft.com/office/drawing/2014/main" id="{D3730F17-1A4E-F86D-EAF7-3232F92D6712}"/>
              </a:ext>
            </a:extLst>
          </p:cNvPr>
          <p:cNvPicPr>
            <a:picLocks noGrp="1" noChangeAspect="1"/>
          </p:cNvPicPr>
          <p:nvPr>
            <p:ph type="pic" sz="quarter" idx="12"/>
          </p:nvPr>
        </p:nvPicPr>
        <p:blipFill>
          <a:blip r:embed="rId2">
            <a:extLst>
              <a:ext uri="{28A0092B-C50C-407E-A947-70E740481C1C}">
                <a14:useLocalDpi xmlns:a14="http://schemas.microsoft.com/office/drawing/2010/main" val="0"/>
              </a:ext>
            </a:extLst>
          </a:blip>
          <a:srcRect/>
          <a:stretch>
            <a:fillRect/>
          </a:stretch>
        </p:blipFill>
        <p:spPr/>
      </p:pic>
      <p:sp>
        <p:nvSpPr>
          <p:cNvPr id="3" name="Title 2">
            <a:extLst>
              <a:ext uri="{FF2B5EF4-FFF2-40B4-BE49-F238E27FC236}">
                <a16:creationId xmlns:a16="http://schemas.microsoft.com/office/drawing/2014/main" id="{B8D8E648-93B0-47FF-A306-492EFF7FC499}"/>
              </a:ext>
            </a:extLst>
          </p:cNvPr>
          <p:cNvSpPr>
            <a:spLocks noGrp="1"/>
          </p:cNvSpPr>
          <p:nvPr>
            <p:ph type="ctrTitle"/>
          </p:nvPr>
        </p:nvSpPr>
        <p:spPr>
          <a:xfrm>
            <a:off x="3481874" y="-74839"/>
            <a:ext cx="8786326" cy="6923314"/>
          </a:xfrm>
        </p:spPr>
        <p:txBody>
          <a:bodyPr/>
          <a:lstStyle/>
          <a:p>
            <a:pPr>
              <a:lnSpc>
                <a:spcPct val="110000"/>
              </a:lnSpc>
            </a:pPr>
            <a:r>
              <a:rPr lang="en-US" sz="4800" dirty="0"/>
              <a:t>Red-Black Tree-Based Dynamic Flow Management in IDS/IPS</a:t>
            </a:r>
          </a:p>
        </p:txBody>
      </p:sp>
      <p:sp>
        <p:nvSpPr>
          <p:cNvPr id="5" name="object 7" descr="Beige rectangle">
            <a:extLst>
              <a:ext uri="{FF2B5EF4-FFF2-40B4-BE49-F238E27FC236}">
                <a16:creationId xmlns:a16="http://schemas.microsoft.com/office/drawing/2014/main" id="{C85C272F-FCB2-478D-9E03-EC734D1AB6C0}"/>
              </a:ext>
            </a:extLst>
          </p:cNvPr>
          <p:cNvSpPr/>
          <p:nvPr/>
        </p:nvSpPr>
        <p:spPr bwMode="white">
          <a:xfrm flipV="1">
            <a:off x="4600964" y="3406140"/>
            <a:ext cx="5243804"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dirty="0"/>
          </a:p>
        </p:txBody>
      </p:sp>
      <p:sp>
        <p:nvSpPr>
          <p:cNvPr id="24" name="TextBox 23">
            <a:extLst>
              <a:ext uri="{FF2B5EF4-FFF2-40B4-BE49-F238E27FC236}">
                <a16:creationId xmlns:a16="http://schemas.microsoft.com/office/drawing/2014/main" id="{A6571607-0424-3471-6BA9-8EF1DCDC37A2}"/>
              </a:ext>
            </a:extLst>
          </p:cNvPr>
          <p:cNvSpPr txBox="1"/>
          <p:nvPr/>
        </p:nvSpPr>
        <p:spPr>
          <a:xfrm>
            <a:off x="4959991" y="5000550"/>
            <a:ext cx="5018993" cy="815608"/>
          </a:xfrm>
          <a:prstGeom prst="rect">
            <a:avLst/>
          </a:prstGeom>
          <a:noFill/>
        </p:spPr>
        <p:txBody>
          <a:bodyPr wrap="square">
            <a:spAutoFit/>
          </a:bodyPr>
          <a:lstStyle/>
          <a:p>
            <a:pPr algn="ctr">
              <a:spcAft>
                <a:spcPts val="300"/>
              </a:spcAft>
            </a:pPr>
            <a:r>
              <a:rPr lang="en-US" sz="1400" b="1" dirty="0">
                <a:solidFill>
                  <a:schemeClr val="bg1"/>
                </a:solidFill>
              </a:rPr>
              <a:t>COHNDNE252F-004    K.A Baylon</a:t>
            </a:r>
          </a:p>
          <a:p>
            <a:pPr algn="ctr">
              <a:spcAft>
                <a:spcPts val="300"/>
              </a:spcAft>
            </a:pPr>
            <a:r>
              <a:rPr lang="en-US" sz="1400" b="1" dirty="0">
                <a:solidFill>
                  <a:schemeClr val="bg1"/>
                </a:solidFill>
              </a:rPr>
              <a:t>COHNDNE252F-005  S.M.J Nawarathna</a:t>
            </a:r>
          </a:p>
          <a:p>
            <a:pPr algn="ctr">
              <a:spcAft>
                <a:spcPts val="300"/>
              </a:spcAft>
            </a:pPr>
            <a:r>
              <a:rPr lang="en-US" sz="1400" b="1" dirty="0">
                <a:solidFill>
                  <a:schemeClr val="bg1"/>
                </a:solidFill>
              </a:rPr>
              <a:t>COHNDNE252F-007 J A K C Jayasinghe </a:t>
            </a:r>
          </a:p>
        </p:txBody>
      </p:sp>
    </p:spTree>
    <p:extLst>
      <p:ext uri="{BB962C8B-B14F-4D97-AF65-F5344CB8AC3E}">
        <p14:creationId xmlns:p14="http://schemas.microsoft.com/office/powerpoint/2010/main" val="850593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720CF39E-BF41-A032-3B86-87817D922B0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1730F82-C209-CDA0-EE9E-B5BD5AA0EB54}"/>
              </a:ext>
            </a:extLst>
          </p:cNvPr>
          <p:cNvSpPr/>
          <p:nvPr/>
        </p:nvSpPr>
        <p:spPr>
          <a:xfrm>
            <a:off x="0" y="0"/>
            <a:ext cx="1220216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Placeholder 17">
            <a:extLst>
              <a:ext uri="{FF2B5EF4-FFF2-40B4-BE49-F238E27FC236}">
                <a16:creationId xmlns:a16="http://schemas.microsoft.com/office/drawing/2014/main" id="{DB42C2F2-1F6A-6104-F022-0DA9153F000C}"/>
              </a:ext>
            </a:extLst>
          </p:cNvPr>
          <p:cNvPicPr>
            <a:picLocks noGrp="1" noChangeAspect="1"/>
          </p:cNvPicPr>
          <p:nvPr>
            <p:ph type="pic" sz="quarter" idx="12"/>
          </p:nvPr>
        </p:nvPicPr>
        <p:blipFill>
          <a:blip r:embed="rId2">
            <a:alphaModFix/>
            <a:extLst>
              <a:ext uri="{28A0092B-C50C-407E-A947-70E740481C1C}">
                <a14:useLocalDpi xmlns:a14="http://schemas.microsoft.com/office/drawing/2010/main" val="0"/>
              </a:ext>
            </a:extLst>
          </a:blip>
          <a:srcRect/>
          <a:stretch>
            <a:fillRect/>
          </a:stretch>
        </p:blipFill>
        <p:spPr>
          <a:xfrm>
            <a:off x="0" y="0"/>
            <a:ext cx="12012000" cy="6858000"/>
          </a:xfrm>
          <a:ln>
            <a:solidFill>
              <a:schemeClr val="accent2"/>
            </a:solidFill>
          </a:ln>
        </p:spPr>
      </p:pic>
      <p:sp>
        <p:nvSpPr>
          <p:cNvPr id="9" name="object 7" descr="Beige rectangle">
            <a:extLst>
              <a:ext uri="{FF2B5EF4-FFF2-40B4-BE49-F238E27FC236}">
                <a16:creationId xmlns:a16="http://schemas.microsoft.com/office/drawing/2014/main" id="{4C9F64C2-3757-52E9-212A-9683C9361A8F}"/>
              </a:ext>
            </a:extLst>
          </p:cNvPr>
          <p:cNvSpPr/>
          <p:nvPr/>
        </p:nvSpPr>
        <p:spPr bwMode="white">
          <a:xfrm>
            <a:off x="1399820" y="3429000"/>
            <a:ext cx="4104000" cy="0"/>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dirty="0"/>
          </a:p>
        </p:txBody>
      </p:sp>
      <p:sp>
        <p:nvSpPr>
          <p:cNvPr id="52" name="Slide Number Placeholder 51">
            <a:extLst>
              <a:ext uri="{FF2B5EF4-FFF2-40B4-BE49-F238E27FC236}">
                <a16:creationId xmlns:a16="http://schemas.microsoft.com/office/drawing/2014/main" id="{BECD70C1-3303-7F63-3AB4-E3AB6A4B6497}"/>
              </a:ext>
            </a:extLst>
          </p:cNvPr>
          <p:cNvSpPr>
            <a:spLocks noGrp="1"/>
          </p:cNvSpPr>
          <p:nvPr>
            <p:ph type="sldNum" sz="quarter" idx="11"/>
          </p:nvPr>
        </p:nvSpPr>
        <p:spPr/>
        <p:txBody>
          <a:bodyPr/>
          <a:lstStyle/>
          <a:p>
            <a:fld id="{EECC7194-A4D0-457B-9D3E-53681723AFF7}" type="slidenum">
              <a:rPr lang="en-US" smtClean="0"/>
              <a:pPr/>
              <a:t>2</a:t>
            </a:fld>
            <a:endParaRPr lang="en-US" dirty="0"/>
          </a:p>
        </p:txBody>
      </p:sp>
      <p:sp>
        <p:nvSpPr>
          <p:cNvPr id="22" name="TextBox 21">
            <a:extLst>
              <a:ext uri="{FF2B5EF4-FFF2-40B4-BE49-F238E27FC236}">
                <a16:creationId xmlns:a16="http://schemas.microsoft.com/office/drawing/2014/main" id="{496546B8-42E8-0DD5-7527-40DF4BF18488}"/>
              </a:ext>
            </a:extLst>
          </p:cNvPr>
          <p:cNvSpPr txBox="1"/>
          <p:nvPr/>
        </p:nvSpPr>
        <p:spPr>
          <a:xfrm>
            <a:off x="1252961" y="2505670"/>
            <a:ext cx="6140368" cy="923330"/>
          </a:xfrm>
          <a:prstGeom prst="rect">
            <a:avLst/>
          </a:prstGeom>
          <a:noFill/>
        </p:spPr>
        <p:txBody>
          <a:bodyPr wrap="square">
            <a:spAutoFit/>
          </a:bodyPr>
          <a:lstStyle/>
          <a:p>
            <a:r>
              <a:rPr lang="en-US" sz="5400" b="1" dirty="0">
                <a:solidFill>
                  <a:schemeClr val="bg1"/>
                </a:solidFill>
              </a:rPr>
              <a:t>INTRODUCTION</a:t>
            </a:r>
          </a:p>
        </p:txBody>
      </p:sp>
    </p:spTree>
    <p:extLst>
      <p:ext uri="{BB962C8B-B14F-4D97-AF65-F5344CB8AC3E}">
        <p14:creationId xmlns:p14="http://schemas.microsoft.com/office/powerpoint/2010/main" val="30238047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D33E385-F020-0B50-4C5E-97EDDFB7B052}"/>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Placeholder 6">
            <a:extLst>
              <a:ext uri="{FF2B5EF4-FFF2-40B4-BE49-F238E27FC236}">
                <a16:creationId xmlns:a16="http://schemas.microsoft.com/office/drawing/2014/main" id="{D248FD4C-6A1D-25D2-1E12-104D4CB52D08}"/>
              </a:ext>
            </a:extLst>
          </p:cNvPr>
          <p:cNvPicPr>
            <a:picLocks noGrp="1" noChangeAspect="1"/>
          </p:cNvPicPr>
          <p:nvPr>
            <p:ph type="pic" sz="quarter" idx="12"/>
          </p:nvPr>
        </p:nvPicPr>
        <p:blipFill>
          <a:blip r:embed="rId2">
            <a:extLst>
              <a:ext uri="{28A0092B-C50C-407E-A947-70E740481C1C}">
                <a14:useLocalDpi xmlns:a14="http://schemas.microsoft.com/office/drawing/2010/main" val="0"/>
              </a:ext>
            </a:extLst>
          </a:blip>
          <a:srcRect/>
          <a:stretch>
            <a:fillRect/>
          </a:stretch>
        </p:blipFill>
        <p:spPr>
          <a:xfrm>
            <a:off x="0" y="0"/>
            <a:ext cx="12012000" cy="6858000"/>
          </a:xfrm>
        </p:spPr>
      </p:pic>
      <p:sp>
        <p:nvSpPr>
          <p:cNvPr id="15" name="Rectangle 14">
            <a:extLst>
              <a:ext uri="{FF2B5EF4-FFF2-40B4-BE49-F238E27FC236}">
                <a16:creationId xmlns:a16="http://schemas.microsoft.com/office/drawing/2014/main" id="{DD509E5E-F68C-4F2B-8EC7-4325958603E7}"/>
              </a:ext>
              <a:ext uri="{C183D7F6-B498-43B3-948B-1728B52AA6E4}">
                <adec:decorative xmlns:adec="http://schemas.microsoft.com/office/drawing/2017/decorative" val="1"/>
              </a:ext>
            </a:extLst>
          </p:cNvPr>
          <p:cNvSpPr/>
          <p:nvPr/>
        </p:nvSpPr>
        <p:spPr>
          <a:xfrm>
            <a:off x="1569877" y="0"/>
            <a:ext cx="6058185" cy="6858000"/>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Placeholder 3">
            <a:extLst>
              <a:ext uri="{FF2B5EF4-FFF2-40B4-BE49-F238E27FC236}">
                <a16:creationId xmlns:a16="http://schemas.microsoft.com/office/drawing/2014/main" id="{9AF7E39F-041F-4A45-A1CF-F8C269887D5A}"/>
              </a:ext>
            </a:extLst>
          </p:cNvPr>
          <p:cNvSpPr>
            <a:spLocks noGrp="1"/>
          </p:cNvSpPr>
          <p:nvPr>
            <p:ph type="body" sz="quarter" idx="13"/>
          </p:nvPr>
        </p:nvSpPr>
        <p:spPr>
          <a:xfrm>
            <a:off x="1273215" y="1769767"/>
            <a:ext cx="6951001" cy="4177894"/>
          </a:xfrm>
          <a:gradFill>
            <a:gsLst>
              <a:gs pos="0">
                <a:schemeClr val="tx2"/>
              </a:gs>
              <a:gs pos="100000">
                <a:schemeClr val="accent2"/>
              </a:gs>
            </a:gsLst>
            <a:lin ang="14400000" scaled="0"/>
          </a:gradFill>
        </p:spPr>
        <p:txBody>
          <a:bodyPr/>
          <a:lstStyle/>
          <a:p>
            <a:endParaRPr lang="en-US" dirty="0"/>
          </a:p>
          <a:p>
            <a:endParaRPr lang="en-US" dirty="0"/>
          </a:p>
          <a:p>
            <a:r>
              <a:rPr lang="en-US" dirty="0"/>
              <a:t>                   </a:t>
            </a:r>
          </a:p>
        </p:txBody>
      </p:sp>
      <p:sp>
        <p:nvSpPr>
          <p:cNvPr id="3" name="Title 2">
            <a:extLst>
              <a:ext uri="{FF2B5EF4-FFF2-40B4-BE49-F238E27FC236}">
                <a16:creationId xmlns:a16="http://schemas.microsoft.com/office/drawing/2014/main" id="{E9BE4A06-2673-41EF-AF84-96B0EDEC0F01}"/>
              </a:ext>
            </a:extLst>
          </p:cNvPr>
          <p:cNvSpPr>
            <a:spLocks noGrp="1"/>
          </p:cNvSpPr>
          <p:nvPr>
            <p:ph type="title"/>
          </p:nvPr>
        </p:nvSpPr>
        <p:spPr>
          <a:xfrm>
            <a:off x="2554953" y="2059714"/>
            <a:ext cx="6150699" cy="972015"/>
          </a:xfrm>
        </p:spPr>
        <p:txBody>
          <a:bodyPr/>
          <a:lstStyle/>
          <a:p>
            <a:r>
              <a:rPr lang="en-US" sz="3600" dirty="0"/>
              <a:t>core</a:t>
            </a:r>
            <a:br>
              <a:rPr lang="en-US" sz="3600" dirty="0"/>
            </a:br>
            <a:r>
              <a:rPr lang="en-US" sz="3600" dirty="0"/>
              <a:t>challenge</a:t>
            </a:r>
            <a:br>
              <a:rPr lang="en-US" sz="3600" dirty="0"/>
            </a:br>
            <a:r>
              <a:rPr lang="en-US" sz="3600" dirty="0"/>
              <a:t> </a:t>
            </a:r>
          </a:p>
        </p:txBody>
      </p:sp>
      <p:sp>
        <p:nvSpPr>
          <p:cNvPr id="9" name="object 7" descr="Beige rectangle">
            <a:extLst>
              <a:ext uri="{FF2B5EF4-FFF2-40B4-BE49-F238E27FC236}">
                <a16:creationId xmlns:a16="http://schemas.microsoft.com/office/drawing/2014/main" id="{400AB11A-4D5E-4CDE-BB60-C8578F59C3E0}"/>
              </a:ext>
            </a:extLst>
          </p:cNvPr>
          <p:cNvSpPr/>
          <p:nvPr/>
        </p:nvSpPr>
        <p:spPr bwMode="white">
          <a:xfrm>
            <a:off x="1569877" y="3126614"/>
            <a:ext cx="4104000"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dirty="0"/>
          </a:p>
        </p:txBody>
      </p:sp>
      <p:grpSp>
        <p:nvGrpSpPr>
          <p:cNvPr id="36" name="Group 35" descr="Icon Lightbulb">
            <a:extLst>
              <a:ext uri="{FF2B5EF4-FFF2-40B4-BE49-F238E27FC236}">
                <a16:creationId xmlns:a16="http://schemas.microsoft.com/office/drawing/2014/main" id="{840CA54E-FBB9-4848-A45D-E086AA4A5012}"/>
              </a:ext>
            </a:extLst>
          </p:cNvPr>
          <p:cNvGrpSpPr>
            <a:grpSpLocks noChangeAspect="1"/>
          </p:cNvGrpSpPr>
          <p:nvPr/>
        </p:nvGrpSpPr>
        <p:grpSpPr>
          <a:xfrm>
            <a:off x="1842078" y="2286121"/>
            <a:ext cx="362015" cy="584795"/>
            <a:chOff x="1684741" y="3186732"/>
            <a:chExt cx="530027" cy="856197"/>
          </a:xfrm>
        </p:grpSpPr>
        <p:sp>
          <p:nvSpPr>
            <p:cNvPr id="32" name="Freeform: Shape 31">
              <a:extLst>
                <a:ext uri="{FF2B5EF4-FFF2-40B4-BE49-F238E27FC236}">
                  <a16:creationId xmlns:a16="http://schemas.microsoft.com/office/drawing/2014/main" id="{B8ABB65B-B8A5-4C0E-BE4C-E88A7BB3E8A2}"/>
                </a:ext>
              </a:extLst>
            </p:cNvPr>
            <p:cNvSpPr/>
            <p:nvPr/>
          </p:nvSpPr>
          <p:spPr>
            <a:xfrm>
              <a:off x="1817248" y="3777916"/>
              <a:ext cx="265013" cy="61157"/>
            </a:xfrm>
            <a:custGeom>
              <a:avLst/>
              <a:gdLst>
                <a:gd name="connsiteX0" fmla="*/ 30578 w 265013"/>
                <a:gd name="connsiteY0" fmla="*/ 0 h 61156"/>
                <a:gd name="connsiteX1" fmla="*/ 234435 w 265013"/>
                <a:gd name="connsiteY1" fmla="*/ 0 h 61156"/>
                <a:gd name="connsiteX2" fmla="*/ 265013 w 265013"/>
                <a:gd name="connsiteY2" fmla="*/ 30578 h 61156"/>
                <a:gd name="connsiteX3" fmla="*/ 234435 w 265013"/>
                <a:gd name="connsiteY3" fmla="*/ 61157 h 61156"/>
                <a:gd name="connsiteX4" fmla="*/ 30578 w 265013"/>
                <a:gd name="connsiteY4" fmla="*/ 61157 h 61156"/>
                <a:gd name="connsiteX5" fmla="*/ 0 w 265013"/>
                <a:gd name="connsiteY5" fmla="*/ 30578 h 61156"/>
                <a:gd name="connsiteX6" fmla="*/ 30578 w 265013"/>
                <a:gd name="connsiteY6" fmla="*/ 0 h 61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013" h="61156">
                  <a:moveTo>
                    <a:pt x="30578" y="0"/>
                  </a:moveTo>
                  <a:lnTo>
                    <a:pt x="234435" y="0"/>
                  </a:lnTo>
                  <a:cubicBezTo>
                    <a:pt x="251763" y="0"/>
                    <a:pt x="265013" y="13251"/>
                    <a:pt x="265013" y="30578"/>
                  </a:cubicBezTo>
                  <a:cubicBezTo>
                    <a:pt x="265013" y="47906"/>
                    <a:pt x="251763" y="61157"/>
                    <a:pt x="234435" y="61157"/>
                  </a:cubicBezTo>
                  <a:lnTo>
                    <a:pt x="30578" y="61157"/>
                  </a:lnTo>
                  <a:cubicBezTo>
                    <a:pt x="13251" y="61157"/>
                    <a:pt x="0" y="47906"/>
                    <a:pt x="0" y="30578"/>
                  </a:cubicBezTo>
                  <a:cubicBezTo>
                    <a:pt x="0" y="13251"/>
                    <a:pt x="13251" y="0"/>
                    <a:pt x="30578" y="0"/>
                  </a:cubicBezTo>
                  <a:close/>
                </a:path>
              </a:pathLst>
            </a:custGeom>
            <a:solidFill>
              <a:schemeClr val="accent1"/>
            </a:solidFill>
            <a:ln w="10120"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D71DD07A-CE80-41D5-AEEB-65192AD34639}"/>
                </a:ext>
              </a:extLst>
            </p:cNvPr>
            <p:cNvSpPr/>
            <p:nvPr/>
          </p:nvSpPr>
          <p:spPr>
            <a:xfrm>
              <a:off x="1817248" y="3879845"/>
              <a:ext cx="265013" cy="61157"/>
            </a:xfrm>
            <a:custGeom>
              <a:avLst/>
              <a:gdLst>
                <a:gd name="connsiteX0" fmla="*/ 30578 w 265013"/>
                <a:gd name="connsiteY0" fmla="*/ 0 h 61156"/>
                <a:gd name="connsiteX1" fmla="*/ 234435 w 265013"/>
                <a:gd name="connsiteY1" fmla="*/ 0 h 61156"/>
                <a:gd name="connsiteX2" fmla="*/ 265013 w 265013"/>
                <a:gd name="connsiteY2" fmla="*/ 30578 h 61156"/>
                <a:gd name="connsiteX3" fmla="*/ 234435 w 265013"/>
                <a:gd name="connsiteY3" fmla="*/ 61157 h 61156"/>
                <a:gd name="connsiteX4" fmla="*/ 30578 w 265013"/>
                <a:gd name="connsiteY4" fmla="*/ 61157 h 61156"/>
                <a:gd name="connsiteX5" fmla="*/ 0 w 265013"/>
                <a:gd name="connsiteY5" fmla="*/ 30578 h 61156"/>
                <a:gd name="connsiteX6" fmla="*/ 30578 w 265013"/>
                <a:gd name="connsiteY6" fmla="*/ 0 h 61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013" h="61156">
                  <a:moveTo>
                    <a:pt x="30578" y="0"/>
                  </a:moveTo>
                  <a:lnTo>
                    <a:pt x="234435" y="0"/>
                  </a:lnTo>
                  <a:cubicBezTo>
                    <a:pt x="251763" y="0"/>
                    <a:pt x="265013" y="13251"/>
                    <a:pt x="265013" y="30578"/>
                  </a:cubicBezTo>
                  <a:cubicBezTo>
                    <a:pt x="265013" y="47906"/>
                    <a:pt x="251763" y="61157"/>
                    <a:pt x="234435" y="61157"/>
                  </a:cubicBezTo>
                  <a:lnTo>
                    <a:pt x="30578" y="61157"/>
                  </a:lnTo>
                  <a:cubicBezTo>
                    <a:pt x="13251" y="61157"/>
                    <a:pt x="0" y="47906"/>
                    <a:pt x="0" y="30578"/>
                  </a:cubicBezTo>
                  <a:cubicBezTo>
                    <a:pt x="0" y="13251"/>
                    <a:pt x="13251" y="0"/>
                    <a:pt x="30578" y="0"/>
                  </a:cubicBezTo>
                  <a:close/>
                </a:path>
              </a:pathLst>
            </a:custGeom>
            <a:solidFill>
              <a:schemeClr val="accent1"/>
            </a:solidFill>
            <a:ln w="10120" cap="flat">
              <a:noFill/>
              <a:prstDash val="solid"/>
              <a:miter/>
            </a:ln>
          </p:spPr>
          <p:txBody>
            <a:bodyPr rtlCol="0" anchor="ctr"/>
            <a:lstStyle/>
            <a:p>
              <a:endParaRPr lang="en-US" dirty="0"/>
            </a:p>
          </p:txBody>
        </p:sp>
        <p:sp>
          <p:nvSpPr>
            <p:cNvPr id="34" name="Freeform: Shape 33">
              <a:extLst>
                <a:ext uri="{FF2B5EF4-FFF2-40B4-BE49-F238E27FC236}">
                  <a16:creationId xmlns:a16="http://schemas.microsoft.com/office/drawing/2014/main" id="{0522D638-DE3D-438D-8C73-954C32D8CB63}"/>
                </a:ext>
              </a:extLst>
            </p:cNvPr>
            <p:cNvSpPr/>
            <p:nvPr/>
          </p:nvSpPr>
          <p:spPr>
            <a:xfrm>
              <a:off x="1883501" y="3981772"/>
              <a:ext cx="132507" cy="61157"/>
            </a:xfrm>
            <a:custGeom>
              <a:avLst/>
              <a:gdLst>
                <a:gd name="connsiteX0" fmla="*/ 0 w 132506"/>
                <a:gd name="connsiteY0" fmla="*/ 0 h 61156"/>
                <a:gd name="connsiteX1" fmla="*/ 66253 w 132506"/>
                <a:gd name="connsiteY1" fmla="*/ 61157 h 61156"/>
                <a:gd name="connsiteX2" fmla="*/ 132507 w 132506"/>
                <a:gd name="connsiteY2" fmla="*/ 0 h 61156"/>
                <a:gd name="connsiteX3" fmla="*/ 0 w 132506"/>
                <a:gd name="connsiteY3" fmla="*/ 0 h 61156"/>
              </a:gdLst>
              <a:ahLst/>
              <a:cxnLst>
                <a:cxn ang="0">
                  <a:pos x="connsiteX0" y="connsiteY0"/>
                </a:cxn>
                <a:cxn ang="0">
                  <a:pos x="connsiteX1" y="connsiteY1"/>
                </a:cxn>
                <a:cxn ang="0">
                  <a:pos x="connsiteX2" y="connsiteY2"/>
                </a:cxn>
                <a:cxn ang="0">
                  <a:pos x="connsiteX3" y="connsiteY3"/>
                </a:cxn>
              </a:cxnLst>
              <a:rect l="l" t="t" r="r" b="b"/>
              <a:pathLst>
                <a:path w="132506" h="61156">
                  <a:moveTo>
                    <a:pt x="0" y="0"/>
                  </a:moveTo>
                  <a:cubicBezTo>
                    <a:pt x="3058" y="34656"/>
                    <a:pt x="31598" y="61157"/>
                    <a:pt x="66253" y="61157"/>
                  </a:cubicBezTo>
                  <a:cubicBezTo>
                    <a:pt x="100909" y="61157"/>
                    <a:pt x="129449" y="34656"/>
                    <a:pt x="132507" y="0"/>
                  </a:cubicBezTo>
                  <a:lnTo>
                    <a:pt x="0" y="0"/>
                  </a:lnTo>
                  <a:close/>
                </a:path>
              </a:pathLst>
            </a:custGeom>
            <a:solidFill>
              <a:schemeClr val="accent1"/>
            </a:solidFill>
            <a:ln w="10120"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01AB190E-B14D-440E-9910-B22D8C998B54}"/>
                </a:ext>
              </a:extLst>
            </p:cNvPr>
            <p:cNvSpPr/>
            <p:nvPr/>
          </p:nvSpPr>
          <p:spPr>
            <a:xfrm>
              <a:off x="1684741" y="3186732"/>
              <a:ext cx="530027" cy="550411"/>
            </a:xfrm>
            <a:custGeom>
              <a:avLst/>
              <a:gdLst>
                <a:gd name="connsiteX0" fmla="*/ 265013 w 530026"/>
                <a:gd name="connsiteY0" fmla="*/ 0 h 550412"/>
                <a:gd name="connsiteX1" fmla="*/ 265013 w 530026"/>
                <a:gd name="connsiteY1" fmla="*/ 0 h 550412"/>
                <a:gd name="connsiteX2" fmla="*/ 265013 w 530026"/>
                <a:gd name="connsiteY2" fmla="*/ 0 h 550412"/>
                <a:gd name="connsiteX3" fmla="*/ 0 w 530026"/>
                <a:gd name="connsiteY3" fmla="*/ 261956 h 550412"/>
                <a:gd name="connsiteX4" fmla="*/ 0 w 530026"/>
                <a:gd name="connsiteY4" fmla="*/ 271129 h 550412"/>
                <a:gd name="connsiteX5" fmla="*/ 18347 w 530026"/>
                <a:gd name="connsiteY5" fmla="*/ 362864 h 550412"/>
                <a:gd name="connsiteX6" fmla="*/ 64215 w 530026"/>
                <a:gd name="connsiteY6" fmla="*/ 438291 h 550412"/>
                <a:gd name="connsiteX7" fmla="*/ 126391 w 530026"/>
                <a:gd name="connsiteY7" fmla="*/ 539200 h 550412"/>
                <a:gd name="connsiteX8" fmla="*/ 144738 w 530026"/>
                <a:gd name="connsiteY8" fmla="*/ 550412 h 550412"/>
                <a:gd name="connsiteX9" fmla="*/ 385289 w 530026"/>
                <a:gd name="connsiteY9" fmla="*/ 550412 h 550412"/>
                <a:gd name="connsiteX10" fmla="*/ 403636 w 530026"/>
                <a:gd name="connsiteY10" fmla="*/ 539200 h 550412"/>
                <a:gd name="connsiteX11" fmla="*/ 465812 w 530026"/>
                <a:gd name="connsiteY11" fmla="*/ 438291 h 550412"/>
                <a:gd name="connsiteX12" fmla="*/ 511680 w 530026"/>
                <a:gd name="connsiteY12" fmla="*/ 362864 h 550412"/>
                <a:gd name="connsiteX13" fmla="*/ 530027 w 530026"/>
                <a:gd name="connsiteY13" fmla="*/ 271129 h 550412"/>
                <a:gd name="connsiteX14" fmla="*/ 530027 w 530026"/>
                <a:gd name="connsiteY14" fmla="*/ 261956 h 550412"/>
                <a:gd name="connsiteX15" fmla="*/ 265013 w 530026"/>
                <a:gd name="connsiteY15" fmla="*/ 0 h 550412"/>
                <a:gd name="connsiteX16" fmla="*/ 468870 w 530026"/>
                <a:gd name="connsiteY16" fmla="*/ 270110 h 550412"/>
                <a:gd name="connsiteX17" fmla="*/ 454600 w 530026"/>
                <a:gd name="connsiteY17" fmla="*/ 341460 h 550412"/>
                <a:gd name="connsiteX18" fmla="*/ 419944 w 530026"/>
                <a:gd name="connsiteY18" fmla="*/ 397520 h 550412"/>
                <a:gd name="connsiteX19" fmla="*/ 360826 w 530026"/>
                <a:gd name="connsiteY19" fmla="*/ 489256 h 550412"/>
                <a:gd name="connsiteX20" fmla="*/ 265013 w 530026"/>
                <a:gd name="connsiteY20" fmla="*/ 489256 h 550412"/>
                <a:gd name="connsiteX21" fmla="*/ 170220 w 530026"/>
                <a:gd name="connsiteY21" fmla="*/ 489256 h 550412"/>
                <a:gd name="connsiteX22" fmla="*/ 111102 w 530026"/>
                <a:gd name="connsiteY22" fmla="*/ 397520 h 550412"/>
                <a:gd name="connsiteX23" fmla="*/ 76446 w 530026"/>
                <a:gd name="connsiteY23" fmla="*/ 341460 h 550412"/>
                <a:gd name="connsiteX24" fmla="*/ 62176 w 530026"/>
                <a:gd name="connsiteY24" fmla="*/ 270110 h 550412"/>
                <a:gd name="connsiteX25" fmla="*/ 62176 w 530026"/>
                <a:gd name="connsiteY25" fmla="*/ 261956 h 550412"/>
                <a:gd name="connsiteX26" fmla="*/ 266033 w 530026"/>
                <a:gd name="connsiteY26" fmla="*/ 60138 h 550412"/>
                <a:gd name="connsiteX27" fmla="*/ 266033 w 530026"/>
                <a:gd name="connsiteY27" fmla="*/ 60138 h 550412"/>
                <a:gd name="connsiteX28" fmla="*/ 266033 w 530026"/>
                <a:gd name="connsiteY28" fmla="*/ 60138 h 550412"/>
                <a:gd name="connsiteX29" fmla="*/ 266033 w 530026"/>
                <a:gd name="connsiteY29" fmla="*/ 60138 h 550412"/>
                <a:gd name="connsiteX30" fmla="*/ 266033 w 530026"/>
                <a:gd name="connsiteY30" fmla="*/ 60138 h 550412"/>
                <a:gd name="connsiteX31" fmla="*/ 266033 w 530026"/>
                <a:gd name="connsiteY31" fmla="*/ 60138 h 550412"/>
                <a:gd name="connsiteX32" fmla="*/ 266033 w 530026"/>
                <a:gd name="connsiteY32" fmla="*/ 60138 h 550412"/>
                <a:gd name="connsiteX33" fmla="*/ 469889 w 530026"/>
                <a:gd name="connsiteY33" fmla="*/ 261956 h 550412"/>
                <a:gd name="connsiteX34" fmla="*/ 469889 w 530026"/>
                <a:gd name="connsiteY34" fmla="*/ 270110 h 550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0026" h="550412">
                  <a:moveTo>
                    <a:pt x="265013" y="0"/>
                  </a:moveTo>
                  <a:cubicBezTo>
                    <a:pt x="265013" y="0"/>
                    <a:pt x="265013" y="0"/>
                    <a:pt x="265013" y="0"/>
                  </a:cubicBezTo>
                  <a:cubicBezTo>
                    <a:pt x="265013" y="0"/>
                    <a:pt x="265013" y="0"/>
                    <a:pt x="265013" y="0"/>
                  </a:cubicBezTo>
                  <a:cubicBezTo>
                    <a:pt x="120275" y="1019"/>
                    <a:pt x="3058" y="117217"/>
                    <a:pt x="0" y="261956"/>
                  </a:cubicBezTo>
                  <a:lnTo>
                    <a:pt x="0" y="271129"/>
                  </a:lnTo>
                  <a:cubicBezTo>
                    <a:pt x="1019" y="302727"/>
                    <a:pt x="7135" y="333305"/>
                    <a:pt x="18347" y="362864"/>
                  </a:cubicBezTo>
                  <a:cubicBezTo>
                    <a:pt x="29559" y="390385"/>
                    <a:pt x="44848" y="415867"/>
                    <a:pt x="64215" y="438291"/>
                  </a:cubicBezTo>
                  <a:cubicBezTo>
                    <a:pt x="88678" y="464793"/>
                    <a:pt x="115179" y="516776"/>
                    <a:pt x="126391" y="539200"/>
                  </a:cubicBezTo>
                  <a:cubicBezTo>
                    <a:pt x="129449" y="546335"/>
                    <a:pt x="136584" y="550412"/>
                    <a:pt x="144738" y="550412"/>
                  </a:cubicBezTo>
                  <a:lnTo>
                    <a:pt x="385289" y="550412"/>
                  </a:lnTo>
                  <a:cubicBezTo>
                    <a:pt x="393443" y="550412"/>
                    <a:pt x="400578" y="546335"/>
                    <a:pt x="403636" y="539200"/>
                  </a:cubicBezTo>
                  <a:cubicBezTo>
                    <a:pt x="414848" y="516776"/>
                    <a:pt x="441349" y="464793"/>
                    <a:pt x="465812" y="438291"/>
                  </a:cubicBezTo>
                  <a:cubicBezTo>
                    <a:pt x="485178" y="415867"/>
                    <a:pt x="501487" y="390385"/>
                    <a:pt x="511680" y="362864"/>
                  </a:cubicBezTo>
                  <a:cubicBezTo>
                    <a:pt x="522892" y="333305"/>
                    <a:pt x="529008" y="302727"/>
                    <a:pt x="530027" y="271129"/>
                  </a:cubicBezTo>
                  <a:lnTo>
                    <a:pt x="530027" y="261956"/>
                  </a:lnTo>
                  <a:cubicBezTo>
                    <a:pt x="526969" y="117217"/>
                    <a:pt x="409752" y="1019"/>
                    <a:pt x="265013" y="0"/>
                  </a:cubicBezTo>
                  <a:close/>
                  <a:moveTo>
                    <a:pt x="468870" y="270110"/>
                  </a:moveTo>
                  <a:cubicBezTo>
                    <a:pt x="467851" y="294573"/>
                    <a:pt x="462754" y="319035"/>
                    <a:pt x="454600" y="341460"/>
                  </a:cubicBezTo>
                  <a:cubicBezTo>
                    <a:pt x="446446" y="361845"/>
                    <a:pt x="435234" y="381212"/>
                    <a:pt x="419944" y="397520"/>
                  </a:cubicBezTo>
                  <a:cubicBezTo>
                    <a:pt x="396501" y="426060"/>
                    <a:pt x="376115" y="456638"/>
                    <a:pt x="360826" y="489256"/>
                  </a:cubicBezTo>
                  <a:lnTo>
                    <a:pt x="265013" y="489256"/>
                  </a:lnTo>
                  <a:lnTo>
                    <a:pt x="170220" y="489256"/>
                  </a:lnTo>
                  <a:cubicBezTo>
                    <a:pt x="153912" y="456638"/>
                    <a:pt x="133526" y="426060"/>
                    <a:pt x="111102" y="397520"/>
                  </a:cubicBezTo>
                  <a:cubicBezTo>
                    <a:pt x="96832" y="381212"/>
                    <a:pt x="84600" y="361845"/>
                    <a:pt x="76446" y="341460"/>
                  </a:cubicBezTo>
                  <a:cubicBezTo>
                    <a:pt x="67273" y="319035"/>
                    <a:pt x="63196" y="294573"/>
                    <a:pt x="62176" y="270110"/>
                  </a:cubicBezTo>
                  <a:lnTo>
                    <a:pt x="62176" y="261956"/>
                  </a:lnTo>
                  <a:cubicBezTo>
                    <a:pt x="64215" y="150854"/>
                    <a:pt x="154931" y="61157"/>
                    <a:pt x="266033" y="60138"/>
                  </a:cubicBezTo>
                  <a:lnTo>
                    <a:pt x="266033" y="60138"/>
                  </a:lnTo>
                  <a:lnTo>
                    <a:pt x="266033" y="60138"/>
                  </a:lnTo>
                  <a:cubicBezTo>
                    <a:pt x="266033" y="60138"/>
                    <a:pt x="266033" y="60138"/>
                    <a:pt x="266033" y="60138"/>
                  </a:cubicBezTo>
                  <a:cubicBezTo>
                    <a:pt x="266033" y="60138"/>
                    <a:pt x="266033" y="60138"/>
                    <a:pt x="266033" y="60138"/>
                  </a:cubicBezTo>
                  <a:lnTo>
                    <a:pt x="266033" y="60138"/>
                  </a:lnTo>
                  <a:lnTo>
                    <a:pt x="266033" y="60138"/>
                  </a:lnTo>
                  <a:cubicBezTo>
                    <a:pt x="377134" y="61157"/>
                    <a:pt x="467851" y="149835"/>
                    <a:pt x="469889" y="261956"/>
                  </a:cubicBezTo>
                  <a:lnTo>
                    <a:pt x="469889" y="270110"/>
                  </a:lnTo>
                  <a:close/>
                </a:path>
              </a:pathLst>
            </a:custGeom>
            <a:solidFill>
              <a:schemeClr val="accent1"/>
            </a:solidFill>
            <a:ln w="10120" cap="flat">
              <a:noFill/>
              <a:prstDash val="solid"/>
              <a:miter/>
            </a:ln>
          </p:spPr>
          <p:txBody>
            <a:bodyPr rtlCol="0" anchor="ctr"/>
            <a:lstStyle/>
            <a:p>
              <a:endParaRPr lang="en-US" dirty="0"/>
            </a:p>
          </p:txBody>
        </p:sp>
      </p:grpSp>
      <p:sp>
        <p:nvSpPr>
          <p:cNvPr id="48" name="Rectangle 47">
            <a:extLst>
              <a:ext uri="{FF2B5EF4-FFF2-40B4-BE49-F238E27FC236}">
                <a16:creationId xmlns:a16="http://schemas.microsoft.com/office/drawing/2014/main" id="{C3FC51DE-D10A-4DE8-A7E3-22FA2E4FC194}"/>
              </a:ext>
              <a:ext uri="{C183D7F6-B498-43B3-948B-1728B52AA6E4}">
                <adec:decorative xmlns:adec="http://schemas.microsoft.com/office/drawing/2017/decorative" val="1"/>
              </a:ext>
            </a:extLst>
          </p:cNvPr>
          <p:cNvSpPr/>
          <p:nvPr/>
        </p:nvSpPr>
        <p:spPr>
          <a:xfrm>
            <a:off x="1569877" y="5901942"/>
            <a:ext cx="6058183" cy="45719"/>
          </a:xfrm>
          <a:prstGeom prst="rect">
            <a:avLst/>
          </a:prstGeom>
          <a:solidFill>
            <a:schemeClr val="tx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Slide Number Placeholder 51">
            <a:extLst>
              <a:ext uri="{FF2B5EF4-FFF2-40B4-BE49-F238E27FC236}">
                <a16:creationId xmlns:a16="http://schemas.microsoft.com/office/drawing/2014/main" id="{947A81F6-261F-44F4-B660-7BD323AE2991}"/>
              </a:ext>
            </a:extLst>
          </p:cNvPr>
          <p:cNvSpPr>
            <a:spLocks noGrp="1"/>
          </p:cNvSpPr>
          <p:nvPr>
            <p:ph type="sldNum" sz="quarter" idx="11"/>
          </p:nvPr>
        </p:nvSpPr>
        <p:spPr/>
        <p:txBody>
          <a:bodyPr/>
          <a:lstStyle/>
          <a:p>
            <a:fld id="{EECC7194-A4D0-457B-9D3E-53681723AFF7}" type="slidenum">
              <a:rPr lang="en-US" smtClean="0"/>
              <a:pPr/>
              <a:t>3</a:t>
            </a:fld>
            <a:endParaRPr lang="en-US" dirty="0"/>
          </a:p>
        </p:txBody>
      </p:sp>
      <p:grpSp>
        <p:nvGrpSpPr>
          <p:cNvPr id="14" name="Group 13">
            <a:extLst>
              <a:ext uri="{FF2B5EF4-FFF2-40B4-BE49-F238E27FC236}">
                <a16:creationId xmlns:a16="http://schemas.microsoft.com/office/drawing/2014/main" id="{8CDC0198-E919-4071-9C4B-5B3D19A46785}"/>
              </a:ext>
              <a:ext uri="{C183D7F6-B498-43B3-948B-1728B52AA6E4}">
                <adec:decorative xmlns:adec="http://schemas.microsoft.com/office/drawing/2017/decorative" val="1"/>
              </a:ext>
            </a:extLst>
          </p:cNvPr>
          <p:cNvGrpSpPr>
            <a:grpSpLocks noChangeAspect="1"/>
          </p:cNvGrpSpPr>
          <p:nvPr/>
        </p:nvGrpSpPr>
        <p:grpSpPr>
          <a:xfrm>
            <a:off x="1569877" y="2125310"/>
            <a:ext cx="906419" cy="906419"/>
            <a:chOff x="5482999" y="1607028"/>
            <a:chExt cx="1200866" cy="1200866"/>
          </a:xfrm>
        </p:grpSpPr>
        <p:sp>
          <p:nvSpPr>
            <p:cNvPr id="16" name="Rectangle 15">
              <a:extLst>
                <a:ext uri="{FF2B5EF4-FFF2-40B4-BE49-F238E27FC236}">
                  <a16:creationId xmlns:a16="http://schemas.microsoft.com/office/drawing/2014/main" id="{667DDF34-4085-4945-A320-585AC8EBAAF2}"/>
                </a:ext>
              </a:extLst>
            </p:cNvPr>
            <p:cNvSpPr/>
            <p:nvPr/>
          </p:nvSpPr>
          <p:spPr>
            <a:xfrm>
              <a:off x="5587207" y="1711236"/>
              <a:ext cx="992451" cy="992451"/>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ED521D40-9109-4214-B458-FAB53B1DA80D}"/>
                </a:ext>
              </a:extLst>
            </p:cNvPr>
            <p:cNvSpPr/>
            <p:nvPr/>
          </p:nvSpPr>
          <p:spPr>
            <a:xfrm>
              <a:off x="5482999" y="1607028"/>
              <a:ext cx="1200866" cy="1200866"/>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 name="Rectangle 2">
            <a:extLst>
              <a:ext uri="{FF2B5EF4-FFF2-40B4-BE49-F238E27FC236}">
                <a16:creationId xmlns:a16="http://schemas.microsoft.com/office/drawing/2014/main" id="{6B3F140D-DD48-655F-168C-87DAEA8F5373}"/>
              </a:ext>
            </a:extLst>
          </p:cNvPr>
          <p:cNvSpPr>
            <a:spLocks noChangeArrowheads="1"/>
          </p:cNvSpPr>
          <p:nvPr/>
        </p:nvSpPr>
        <p:spPr bwMode="auto">
          <a:xfrm>
            <a:off x="1421545" y="3234077"/>
            <a:ext cx="6654339"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sz="1600" dirty="0">
                <a:solidFill>
                  <a:schemeClr val="bg1"/>
                </a:solidFill>
                <a:latin typeface="Candara" panose="020E0502030303020204" pitchFamily="34" charset="0"/>
              </a:rPr>
              <a:t>Network flows are dynamically created, frequently updated, and rapidly terminated. Therefore, an efficient data management mechanism is essential to maintain real-time detection accuracy.</a:t>
            </a:r>
          </a:p>
          <a:p>
            <a:pPr marL="0" marR="0" lvl="0" indent="0"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bg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tabLst/>
            </a:pPr>
            <a:endParaRPr lang="en-US" altLang="en-US" sz="1600" dirty="0">
              <a:solidFill>
                <a:schemeClr val="bg1"/>
              </a:solidFill>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bg1"/>
              </a:solidFill>
              <a:effectLst/>
              <a:latin typeface="Arial" panose="020B0604020202020204" pitchFamily="34" charset="0"/>
            </a:endParaRPr>
          </a:p>
        </p:txBody>
      </p:sp>
      <p:sp>
        <p:nvSpPr>
          <p:cNvPr id="11" name="TextBox 10">
            <a:extLst>
              <a:ext uri="{FF2B5EF4-FFF2-40B4-BE49-F238E27FC236}">
                <a16:creationId xmlns:a16="http://schemas.microsoft.com/office/drawing/2014/main" id="{51D9F7D8-AB68-5033-20B3-E88CA559EB63}"/>
              </a:ext>
            </a:extLst>
          </p:cNvPr>
          <p:cNvSpPr txBox="1"/>
          <p:nvPr/>
        </p:nvSpPr>
        <p:spPr>
          <a:xfrm>
            <a:off x="1421545" y="3816663"/>
            <a:ext cx="5731056" cy="2369880"/>
          </a:xfrm>
          <a:prstGeom prst="rect">
            <a:avLst/>
          </a:prstGeom>
          <a:noFill/>
        </p:spPr>
        <p:txBody>
          <a:bodyPr wrap="none" rtlCol="0">
            <a:spAutoFit/>
          </a:bodyPr>
          <a:lstStyle/>
          <a:p>
            <a:r>
              <a:rPr lang="en-US" sz="1600" dirty="0">
                <a:solidFill>
                  <a:schemeClr val="bg1"/>
                </a:solidFill>
              </a:rPr>
              <a:t>     </a:t>
            </a:r>
          </a:p>
          <a:p>
            <a:r>
              <a:rPr lang="en-US" sz="1600" dirty="0">
                <a:solidFill>
                  <a:schemeClr val="bg1"/>
                </a:solidFill>
                <a:latin typeface="Candara" panose="020E0502030303020204" pitchFamily="34" charset="0"/>
              </a:rPr>
              <a:t>The system detects abnormal patterns such as:</a:t>
            </a:r>
          </a:p>
          <a:p>
            <a:endParaRPr lang="en-US" sz="1600" dirty="0">
              <a:solidFill>
                <a:schemeClr val="bg1"/>
              </a:solidFill>
              <a:latin typeface="Candara" panose="020E0502030303020204" pitchFamily="34" charset="0"/>
            </a:endParaRPr>
          </a:p>
          <a:p>
            <a:pPr marL="1200150" lvl="2" indent="-285750">
              <a:buFont typeface="Wingdings" panose="05000000000000000000" pitchFamily="2" charset="2"/>
              <a:buChar char="§"/>
            </a:pPr>
            <a:r>
              <a:rPr lang="en-US" sz="1600" dirty="0">
                <a:solidFill>
                  <a:schemeClr val="bg1"/>
                </a:solidFill>
                <a:latin typeface="Candara" panose="020E0502030303020204" pitchFamily="34" charset="0"/>
              </a:rPr>
              <a:t>Distributed Denial-of-Service (DoS) attacks	</a:t>
            </a:r>
          </a:p>
          <a:p>
            <a:pPr marL="1200150" lvl="2" indent="-285750">
              <a:buFont typeface="Wingdings" panose="05000000000000000000" pitchFamily="2" charset="2"/>
              <a:buChar char="§"/>
            </a:pPr>
            <a:r>
              <a:rPr lang="en-US" sz="1600" dirty="0">
                <a:solidFill>
                  <a:schemeClr val="bg1"/>
                </a:solidFill>
                <a:latin typeface="Candara" panose="020E0502030303020204" pitchFamily="34" charset="0"/>
              </a:rPr>
              <a:t>Port scanning attempts</a:t>
            </a:r>
          </a:p>
          <a:p>
            <a:pPr marL="1200150" lvl="2" indent="-285750">
              <a:buFont typeface="Wingdings" panose="05000000000000000000" pitchFamily="2" charset="2"/>
              <a:buChar char="§"/>
            </a:pPr>
            <a:r>
              <a:rPr lang="en-US" sz="1600" dirty="0">
                <a:solidFill>
                  <a:schemeClr val="bg1"/>
                </a:solidFill>
                <a:latin typeface="Candara" panose="020E0502030303020204" pitchFamily="34" charset="0"/>
              </a:rPr>
              <a:t>Lateral movement within the network</a:t>
            </a:r>
          </a:p>
          <a:p>
            <a:pPr marL="1200150" lvl="2" indent="-285750">
              <a:buFont typeface="Wingdings" panose="05000000000000000000" pitchFamily="2" charset="2"/>
              <a:buChar char="§"/>
            </a:pPr>
            <a:r>
              <a:rPr lang="en-US" sz="1600" dirty="0">
                <a:solidFill>
                  <a:schemeClr val="bg1"/>
                </a:solidFill>
                <a:latin typeface="Candara" panose="020E0502030303020204" pitchFamily="34" charset="0"/>
              </a:rPr>
              <a:t>Long-lived suspicious sessions</a:t>
            </a:r>
          </a:p>
          <a:p>
            <a:pPr marL="285750" indent="-285750">
              <a:buFont typeface="Wingdings" panose="05000000000000000000" pitchFamily="2" charset="2"/>
              <a:buChar char="§"/>
            </a:pPr>
            <a:endParaRPr lang="en-US" dirty="0"/>
          </a:p>
          <a:p>
            <a:endParaRPr lang="en-US" dirty="0"/>
          </a:p>
        </p:txBody>
      </p:sp>
    </p:spTree>
    <p:extLst>
      <p:ext uri="{BB962C8B-B14F-4D97-AF65-F5344CB8AC3E}">
        <p14:creationId xmlns:p14="http://schemas.microsoft.com/office/powerpoint/2010/main" val="30432034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F520E-B553-4B58-821F-756E17DF0C52}"/>
              </a:ext>
            </a:extLst>
          </p:cNvPr>
          <p:cNvSpPr>
            <a:spLocks noGrp="1"/>
          </p:cNvSpPr>
          <p:nvPr>
            <p:ph type="title"/>
          </p:nvPr>
        </p:nvSpPr>
        <p:spPr>
          <a:xfrm>
            <a:off x="645563" y="597478"/>
            <a:ext cx="9968422" cy="433247"/>
          </a:xfrm>
        </p:spPr>
        <p:txBody>
          <a:bodyPr/>
          <a:lstStyle/>
          <a:p>
            <a:r>
              <a:rPr lang="en-US" sz="4800" dirty="0"/>
              <a:t>Selected data structure :</a:t>
            </a:r>
            <a:br>
              <a:rPr lang="en-US" sz="4800" dirty="0"/>
            </a:br>
            <a:r>
              <a:rPr lang="en-US" dirty="0">
                <a:solidFill>
                  <a:schemeClr val="accent1">
                    <a:lumMod val="60000"/>
                    <a:lumOff val="40000"/>
                  </a:schemeClr>
                </a:solidFill>
              </a:rPr>
              <a:t>red – black tree</a:t>
            </a:r>
          </a:p>
        </p:txBody>
      </p:sp>
      <p:sp>
        <p:nvSpPr>
          <p:cNvPr id="3" name="Slide Number Placeholder 2">
            <a:extLst>
              <a:ext uri="{FF2B5EF4-FFF2-40B4-BE49-F238E27FC236}">
                <a16:creationId xmlns:a16="http://schemas.microsoft.com/office/drawing/2014/main" id="{101FE623-9109-4333-B868-214788FBEB96}"/>
              </a:ext>
            </a:extLst>
          </p:cNvPr>
          <p:cNvSpPr>
            <a:spLocks noGrp="1"/>
          </p:cNvSpPr>
          <p:nvPr>
            <p:ph type="sldNum" sz="quarter" idx="11"/>
          </p:nvPr>
        </p:nvSpPr>
        <p:spPr/>
        <p:txBody>
          <a:bodyPr/>
          <a:lstStyle/>
          <a:p>
            <a:fld id="{EECC7194-A4D0-457B-9D3E-53681723AFF7}" type="slidenum">
              <a:rPr lang="en-US" smtClean="0"/>
              <a:pPr/>
              <a:t>4</a:t>
            </a:fld>
            <a:endParaRPr lang="en-US" dirty="0"/>
          </a:p>
        </p:txBody>
      </p:sp>
      <p:sp>
        <p:nvSpPr>
          <p:cNvPr id="5" name="object 7" descr="Beige rectangle">
            <a:extLst>
              <a:ext uri="{FF2B5EF4-FFF2-40B4-BE49-F238E27FC236}">
                <a16:creationId xmlns:a16="http://schemas.microsoft.com/office/drawing/2014/main" id="{DD34491F-F24C-4DC2-A26D-FA05D593C843}"/>
              </a:ext>
            </a:extLst>
          </p:cNvPr>
          <p:cNvSpPr/>
          <p:nvPr/>
        </p:nvSpPr>
        <p:spPr bwMode="white">
          <a:xfrm>
            <a:off x="645563" y="1743468"/>
            <a:ext cx="4073836"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dirty="0"/>
          </a:p>
        </p:txBody>
      </p:sp>
      <p:sp>
        <p:nvSpPr>
          <p:cNvPr id="12" name="TextBox 11">
            <a:extLst>
              <a:ext uri="{FF2B5EF4-FFF2-40B4-BE49-F238E27FC236}">
                <a16:creationId xmlns:a16="http://schemas.microsoft.com/office/drawing/2014/main" id="{7AF69FDD-722D-8051-2011-7036121B347D}"/>
              </a:ext>
            </a:extLst>
          </p:cNvPr>
          <p:cNvSpPr txBox="1"/>
          <p:nvPr/>
        </p:nvSpPr>
        <p:spPr>
          <a:xfrm>
            <a:off x="543887" y="2917983"/>
            <a:ext cx="10776154" cy="2862322"/>
          </a:xfrm>
          <a:prstGeom prst="rect">
            <a:avLst/>
          </a:prstGeom>
          <a:noFill/>
        </p:spPr>
        <p:txBody>
          <a:bodyPr wrap="square" rtlCol="0">
            <a:spAutoFit/>
          </a:bodyPr>
          <a:lstStyle/>
          <a:p>
            <a:r>
              <a:rPr lang="en-US" sz="2000" dirty="0">
                <a:latin typeface="Candara" panose="020E0502030303020204" pitchFamily="34" charset="0"/>
              </a:rPr>
              <a:t>A Red-Black</a:t>
            </a:r>
            <a:r>
              <a:rPr lang="en-US" sz="2000" b="1" dirty="0">
                <a:latin typeface="Candara" panose="020E0502030303020204" pitchFamily="34" charset="0"/>
              </a:rPr>
              <a:t> </a:t>
            </a:r>
            <a:r>
              <a:rPr lang="en-US" sz="2000" dirty="0">
                <a:latin typeface="Candara" panose="020E0502030303020204" pitchFamily="34" charset="0"/>
              </a:rPr>
              <a:t>Tree is a self-balancing Binary Search Tree that maintains near-perfect balance using node coloring rules and tree rotations.</a:t>
            </a:r>
          </a:p>
          <a:p>
            <a:r>
              <a:rPr lang="en-US" sz="2000" dirty="0">
                <a:latin typeface="Candara" panose="020E0502030303020204" pitchFamily="34" charset="0"/>
              </a:rPr>
              <a:t> </a:t>
            </a:r>
          </a:p>
          <a:p>
            <a:r>
              <a:rPr lang="en-US" sz="2000" dirty="0">
                <a:latin typeface="Candara" panose="020E0502030303020204" pitchFamily="34" charset="0"/>
              </a:rPr>
              <a:t>The structure guarantees the following time complexities:</a:t>
            </a:r>
          </a:p>
          <a:p>
            <a:pPr marL="742950" lvl="1" indent="-285750">
              <a:buFont typeface="Wingdings" panose="05000000000000000000" pitchFamily="2" charset="2"/>
              <a:buChar char="§"/>
            </a:pPr>
            <a:r>
              <a:rPr lang="en-US" sz="2000" dirty="0">
                <a:latin typeface="Candara" panose="020E0502030303020204" pitchFamily="34" charset="0"/>
              </a:rPr>
              <a:t>Search → O(log n)</a:t>
            </a:r>
          </a:p>
          <a:p>
            <a:pPr marL="742950" lvl="1" indent="-285750">
              <a:buFont typeface="Wingdings" panose="05000000000000000000" pitchFamily="2" charset="2"/>
              <a:buChar char="§"/>
            </a:pPr>
            <a:r>
              <a:rPr lang="en-US" sz="2000" dirty="0">
                <a:latin typeface="Candara" panose="020E0502030303020204" pitchFamily="34" charset="0"/>
              </a:rPr>
              <a:t>Insert → O(log n)</a:t>
            </a:r>
          </a:p>
          <a:p>
            <a:pPr marL="742950" lvl="1" indent="-285750">
              <a:buFont typeface="Wingdings" panose="05000000000000000000" pitchFamily="2" charset="2"/>
              <a:buChar char="§"/>
            </a:pPr>
            <a:r>
              <a:rPr lang="en-US" sz="2000" dirty="0">
                <a:latin typeface="Candara" panose="020E0502030303020204" pitchFamily="34" charset="0"/>
              </a:rPr>
              <a:t>Delete → O(log n)</a:t>
            </a:r>
          </a:p>
          <a:p>
            <a:endParaRPr lang="en-US" sz="2000" dirty="0"/>
          </a:p>
          <a:p>
            <a:endParaRPr lang="en-US" sz="2000" dirty="0"/>
          </a:p>
        </p:txBody>
      </p:sp>
    </p:spTree>
    <p:extLst>
      <p:ext uri="{BB962C8B-B14F-4D97-AF65-F5344CB8AC3E}">
        <p14:creationId xmlns:p14="http://schemas.microsoft.com/office/powerpoint/2010/main" val="20867011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89799-51AD-3086-BA32-8B82983D10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1B2DF7-075E-4D12-2C71-6A311CB38DDC}"/>
              </a:ext>
            </a:extLst>
          </p:cNvPr>
          <p:cNvSpPr>
            <a:spLocks noGrp="1"/>
          </p:cNvSpPr>
          <p:nvPr>
            <p:ph type="title"/>
          </p:nvPr>
        </p:nvSpPr>
        <p:spPr>
          <a:xfrm>
            <a:off x="645563" y="597478"/>
            <a:ext cx="9968422" cy="433247"/>
          </a:xfrm>
        </p:spPr>
        <p:txBody>
          <a:bodyPr/>
          <a:lstStyle/>
          <a:p>
            <a:r>
              <a:rPr lang="en-US" sz="4800" dirty="0"/>
              <a:t>Selected data structure :</a:t>
            </a:r>
            <a:br>
              <a:rPr lang="en-US" sz="4800" dirty="0"/>
            </a:br>
            <a:r>
              <a:rPr lang="en-US" dirty="0">
                <a:solidFill>
                  <a:schemeClr val="accent1">
                    <a:lumMod val="60000"/>
                    <a:lumOff val="40000"/>
                  </a:schemeClr>
                </a:solidFill>
              </a:rPr>
              <a:t>red – black tree</a:t>
            </a:r>
          </a:p>
        </p:txBody>
      </p:sp>
      <p:sp>
        <p:nvSpPr>
          <p:cNvPr id="3" name="Slide Number Placeholder 2">
            <a:extLst>
              <a:ext uri="{FF2B5EF4-FFF2-40B4-BE49-F238E27FC236}">
                <a16:creationId xmlns:a16="http://schemas.microsoft.com/office/drawing/2014/main" id="{7F3222B0-B984-EF69-726E-E4A2767CD79A}"/>
              </a:ext>
            </a:extLst>
          </p:cNvPr>
          <p:cNvSpPr>
            <a:spLocks noGrp="1"/>
          </p:cNvSpPr>
          <p:nvPr>
            <p:ph type="sldNum" sz="quarter" idx="11"/>
          </p:nvPr>
        </p:nvSpPr>
        <p:spPr/>
        <p:txBody>
          <a:bodyPr/>
          <a:lstStyle/>
          <a:p>
            <a:fld id="{EECC7194-A4D0-457B-9D3E-53681723AFF7}" type="slidenum">
              <a:rPr lang="en-US" smtClean="0"/>
              <a:pPr/>
              <a:t>5</a:t>
            </a:fld>
            <a:endParaRPr lang="en-US" dirty="0"/>
          </a:p>
        </p:txBody>
      </p:sp>
      <p:sp>
        <p:nvSpPr>
          <p:cNvPr id="5" name="object 7" descr="Beige rectangle">
            <a:extLst>
              <a:ext uri="{FF2B5EF4-FFF2-40B4-BE49-F238E27FC236}">
                <a16:creationId xmlns:a16="http://schemas.microsoft.com/office/drawing/2014/main" id="{9248962F-6C2F-E76D-7F25-85A4B7ED658C}"/>
              </a:ext>
            </a:extLst>
          </p:cNvPr>
          <p:cNvSpPr/>
          <p:nvPr/>
        </p:nvSpPr>
        <p:spPr bwMode="white">
          <a:xfrm>
            <a:off x="645563" y="1743468"/>
            <a:ext cx="4073836"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dirty="0"/>
          </a:p>
        </p:txBody>
      </p:sp>
      <p:sp>
        <p:nvSpPr>
          <p:cNvPr id="12" name="TextBox 11">
            <a:extLst>
              <a:ext uri="{FF2B5EF4-FFF2-40B4-BE49-F238E27FC236}">
                <a16:creationId xmlns:a16="http://schemas.microsoft.com/office/drawing/2014/main" id="{0DA3D1E4-CB48-F80E-3039-AED2FB4AF7BE}"/>
              </a:ext>
            </a:extLst>
          </p:cNvPr>
          <p:cNvSpPr txBox="1"/>
          <p:nvPr/>
        </p:nvSpPr>
        <p:spPr>
          <a:xfrm>
            <a:off x="934930" y="2351460"/>
            <a:ext cx="9968422" cy="4708981"/>
          </a:xfrm>
          <a:prstGeom prst="rect">
            <a:avLst/>
          </a:prstGeom>
          <a:noFill/>
        </p:spPr>
        <p:txBody>
          <a:bodyPr wrap="square" rtlCol="0">
            <a:spAutoFit/>
          </a:bodyPr>
          <a:lstStyle/>
          <a:p>
            <a:r>
              <a:rPr lang="en-US" sz="2000" dirty="0">
                <a:latin typeface="Candara" panose="020E0502030303020204" pitchFamily="34" charset="0"/>
              </a:rPr>
              <a:t>     </a:t>
            </a:r>
          </a:p>
          <a:p>
            <a:r>
              <a:rPr lang="en-US" sz="2000" dirty="0">
                <a:latin typeface="Candara" panose="020E0502030303020204" pitchFamily="34" charset="0"/>
              </a:rPr>
              <a:t>IDS/IPS systems require extremely fast lookups to match packets with existing flows.</a:t>
            </a:r>
          </a:p>
          <a:p>
            <a:r>
              <a:rPr lang="en-US" sz="2000" dirty="0">
                <a:latin typeface="Candara" panose="020E0502030303020204" pitchFamily="34" charset="0"/>
              </a:rPr>
              <a:t> </a:t>
            </a:r>
          </a:p>
          <a:p>
            <a:r>
              <a:rPr lang="en-US" sz="2000" dirty="0">
                <a:latin typeface="Candara" panose="020E0502030303020204" pitchFamily="34" charset="0"/>
              </a:rPr>
              <a:t>The O(log n) search time of a Red-Black Tree ensures efficient packet classification even when thousands of flows are active.</a:t>
            </a:r>
          </a:p>
          <a:p>
            <a:endParaRPr lang="en-US" sz="2000" dirty="0">
              <a:latin typeface="Candara" panose="020E0502030303020204" pitchFamily="34" charset="0"/>
            </a:endParaRPr>
          </a:p>
          <a:p>
            <a:r>
              <a:rPr lang="en-US" sz="2000" b="1" dirty="0">
                <a:latin typeface="Candara" panose="020E0502030303020204" pitchFamily="34" charset="0"/>
              </a:rPr>
              <a:t>Hash Tables</a:t>
            </a:r>
            <a:endParaRPr lang="en-US" sz="2000" dirty="0">
              <a:latin typeface="Candara" panose="020E0502030303020204" pitchFamily="34" charset="0"/>
            </a:endParaRPr>
          </a:p>
          <a:p>
            <a:pPr marL="742950" lvl="1" indent="-285750">
              <a:buFont typeface="Wingdings" panose="05000000000000000000" pitchFamily="2" charset="2"/>
              <a:buChar char="§"/>
            </a:pPr>
            <a:r>
              <a:rPr lang="en-US" sz="2000" dirty="0">
                <a:latin typeface="Candara" panose="020E0502030303020204" pitchFamily="34" charset="0"/>
              </a:rPr>
              <a:t>Do not maintain natural ordering</a:t>
            </a:r>
          </a:p>
          <a:p>
            <a:pPr marL="742950" lvl="1" indent="-285750">
              <a:buFont typeface="Wingdings" panose="05000000000000000000" pitchFamily="2" charset="2"/>
              <a:buChar char="§"/>
            </a:pPr>
            <a:r>
              <a:rPr lang="en-US" sz="2000" dirty="0">
                <a:latin typeface="Candara" panose="020E0502030303020204" pitchFamily="34" charset="0"/>
              </a:rPr>
              <a:t>Can suffer performance degradation due to collisions</a:t>
            </a:r>
          </a:p>
          <a:p>
            <a:pPr marL="742950" lvl="1" indent="-285750">
              <a:buFont typeface="Wingdings" panose="05000000000000000000" pitchFamily="2" charset="2"/>
              <a:buChar char="§"/>
            </a:pPr>
            <a:r>
              <a:rPr lang="en-US" sz="2000" dirty="0">
                <a:latin typeface="Candara" panose="020E0502030303020204" pitchFamily="34" charset="0"/>
              </a:rPr>
              <a:t>Not suitable for range-based anomaly detection</a:t>
            </a:r>
          </a:p>
          <a:p>
            <a:r>
              <a:rPr lang="en-US" sz="2000" b="1" dirty="0">
                <a:latin typeface="Candara" panose="020E0502030303020204" pitchFamily="34" charset="0"/>
              </a:rPr>
              <a:t>AVL Trees</a:t>
            </a:r>
            <a:endParaRPr lang="en-US" sz="2000" dirty="0">
              <a:latin typeface="Candara" panose="020E0502030303020204" pitchFamily="34" charset="0"/>
            </a:endParaRPr>
          </a:p>
          <a:p>
            <a:pPr marL="742950" lvl="1" indent="-285750">
              <a:buFont typeface="Wingdings" panose="05000000000000000000" pitchFamily="2" charset="2"/>
              <a:buChar char="§"/>
            </a:pPr>
            <a:r>
              <a:rPr lang="en-US" sz="2000" dirty="0">
                <a:latin typeface="Candara" panose="020E0502030303020204" pitchFamily="34" charset="0"/>
              </a:rPr>
              <a:t>Require frequent rotations during updates</a:t>
            </a:r>
          </a:p>
          <a:p>
            <a:pPr marL="742950" lvl="1" indent="-285750">
              <a:buFont typeface="Wingdings" panose="05000000000000000000" pitchFamily="2" charset="2"/>
              <a:buChar char="§"/>
            </a:pPr>
            <a:r>
              <a:rPr lang="en-US" sz="2000" dirty="0">
                <a:latin typeface="Candara" panose="020E0502030303020204" pitchFamily="34" charset="0"/>
              </a:rPr>
              <a:t>Higher maintenance overhead under heavy traffic</a:t>
            </a:r>
          </a:p>
          <a:p>
            <a:endParaRPr lang="en-US" sz="2000" dirty="0"/>
          </a:p>
          <a:p>
            <a:endParaRPr lang="en-US" sz="2000" dirty="0"/>
          </a:p>
        </p:txBody>
      </p:sp>
    </p:spTree>
    <p:extLst>
      <p:ext uri="{BB962C8B-B14F-4D97-AF65-F5344CB8AC3E}">
        <p14:creationId xmlns:p14="http://schemas.microsoft.com/office/powerpoint/2010/main" val="23960483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ectangle 63">
            <a:extLst>
              <a:ext uri="{FF2B5EF4-FFF2-40B4-BE49-F238E27FC236}">
                <a16:creationId xmlns:a16="http://schemas.microsoft.com/office/drawing/2014/main" id="{78B69CE0-BEA2-C124-3538-C1348DC0CFFD}"/>
              </a:ext>
            </a:extLst>
          </p:cNvPr>
          <p:cNvSpPr/>
          <p:nvPr/>
        </p:nvSpPr>
        <p:spPr>
          <a:xfrm>
            <a:off x="0" y="0"/>
            <a:ext cx="12192000" cy="6858000"/>
          </a:xfrm>
          <a:prstGeom prst="rect">
            <a:avLst/>
          </a:prstGeom>
          <a:gradFill>
            <a:gsLst>
              <a:gs pos="0">
                <a:schemeClr val="tx2"/>
              </a:gs>
              <a:gs pos="100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lide Number Placeholder 3">
            <a:extLst>
              <a:ext uri="{FF2B5EF4-FFF2-40B4-BE49-F238E27FC236}">
                <a16:creationId xmlns:a16="http://schemas.microsoft.com/office/drawing/2014/main" id="{00822E43-C110-41B5-9E8C-BBA2A6D7228B}"/>
              </a:ext>
            </a:extLst>
          </p:cNvPr>
          <p:cNvSpPr>
            <a:spLocks noGrp="1"/>
          </p:cNvSpPr>
          <p:nvPr>
            <p:ph type="sldNum" sz="quarter" idx="11"/>
          </p:nvPr>
        </p:nvSpPr>
        <p:spPr/>
        <p:txBody>
          <a:bodyPr/>
          <a:lstStyle/>
          <a:p>
            <a:fld id="{EECC7194-A4D0-457B-9D3E-53681723AFF7}" type="slidenum">
              <a:rPr lang="en-US" smtClean="0"/>
              <a:pPr/>
              <a:t>6</a:t>
            </a:fld>
            <a:endParaRPr lang="en-US" dirty="0"/>
          </a:p>
        </p:txBody>
      </p:sp>
      <p:sp>
        <p:nvSpPr>
          <p:cNvPr id="2" name="Title 1">
            <a:extLst>
              <a:ext uri="{FF2B5EF4-FFF2-40B4-BE49-F238E27FC236}">
                <a16:creationId xmlns:a16="http://schemas.microsoft.com/office/drawing/2014/main" id="{2384CEA7-D60A-47AE-A867-C557D000559F}"/>
              </a:ext>
            </a:extLst>
          </p:cNvPr>
          <p:cNvSpPr>
            <a:spLocks noGrp="1"/>
          </p:cNvSpPr>
          <p:nvPr>
            <p:ph type="title"/>
          </p:nvPr>
        </p:nvSpPr>
        <p:spPr>
          <a:xfrm>
            <a:off x="2590578" y="430230"/>
            <a:ext cx="8676544" cy="358472"/>
          </a:xfrm>
        </p:spPr>
        <p:txBody>
          <a:bodyPr/>
          <a:lstStyle/>
          <a:p>
            <a:r>
              <a:rPr lang="en-US" sz="4000" dirty="0">
                <a:solidFill>
                  <a:schemeClr val="bg1"/>
                </a:solidFill>
                <a:ea typeface="Cambria" panose="02040503050406030204" pitchFamily="18" charset="0"/>
              </a:rPr>
              <a:t>Conceptual Operation </a:t>
            </a:r>
          </a:p>
        </p:txBody>
      </p:sp>
      <p:sp>
        <p:nvSpPr>
          <p:cNvPr id="5" name="object 7" descr="Beige rectangle">
            <a:extLst>
              <a:ext uri="{FF2B5EF4-FFF2-40B4-BE49-F238E27FC236}">
                <a16:creationId xmlns:a16="http://schemas.microsoft.com/office/drawing/2014/main" id="{F173E3BB-F601-4F0E-90AC-4E1473812240}"/>
              </a:ext>
            </a:extLst>
          </p:cNvPr>
          <p:cNvSpPr/>
          <p:nvPr/>
        </p:nvSpPr>
        <p:spPr bwMode="white">
          <a:xfrm flipV="1">
            <a:off x="3525910" y="940956"/>
            <a:ext cx="4613830"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dirty="0"/>
          </a:p>
        </p:txBody>
      </p:sp>
      <p:sp>
        <p:nvSpPr>
          <p:cNvPr id="28" name="Text Placeholder 3">
            <a:extLst>
              <a:ext uri="{FF2B5EF4-FFF2-40B4-BE49-F238E27FC236}">
                <a16:creationId xmlns:a16="http://schemas.microsoft.com/office/drawing/2014/main" id="{2C23344F-65B5-40A9-85BC-40B56B78EBB0}"/>
              </a:ext>
            </a:extLst>
          </p:cNvPr>
          <p:cNvSpPr txBox="1">
            <a:spLocks/>
          </p:cNvSpPr>
          <p:nvPr/>
        </p:nvSpPr>
        <p:spPr>
          <a:xfrm>
            <a:off x="7274612" y="5408291"/>
            <a:ext cx="969388" cy="574309"/>
          </a:xfrm>
          <a:prstGeom prst="rect">
            <a:avLst/>
          </a:prstGeom>
          <a:noFill/>
        </p:spPr>
        <p:txBody>
          <a:bodyPr vert="horz" lIns="0" tIns="0" rIns="0" bIns="0" rtlCol="0" anchor="b">
            <a:noAutofit/>
          </a:bodyPr>
          <a:lstStyle>
            <a:lvl1pPr indent="0" algn="ctr">
              <a:lnSpc>
                <a:spcPct val="100000"/>
              </a:lnSpc>
              <a:spcBef>
                <a:spcPts val="0"/>
              </a:spcBef>
              <a:spcAft>
                <a:spcPts val="1000"/>
              </a:spcAft>
              <a:buClr>
                <a:schemeClr val="accent2"/>
              </a:buClr>
              <a:buFont typeface="Arial" panose="020B0604020202020204" pitchFamily="34" charset="0"/>
              <a:buNone/>
              <a:defRPr b="0" cap="none" baseline="0">
                <a:solidFill>
                  <a:schemeClr val="accent1"/>
                </a:solidFill>
                <a:latin typeface="+mj-lt"/>
              </a:defRPr>
            </a:lvl1pPr>
            <a:lvl2pPr marL="266700" indent="0">
              <a:lnSpc>
                <a:spcPct val="100000"/>
              </a:lnSpc>
              <a:spcBef>
                <a:spcPts val="0"/>
              </a:spcBef>
              <a:spcAft>
                <a:spcPts val="1000"/>
              </a:spcAft>
              <a:buClr>
                <a:schemeClr val="accent2"/>
              </a:buClr>
              <a:buFontTx/>
              <a:buNone/>
              <a:defRPr sz="1400">
                <a:solidFill>
                  <a:schemeClr val="bg1"/>
                </a:solidFill>
              </a:defRPr>
            </a:lvl2pPr>
            <a:lvl3pPr marL="447675" indent="0">
              <a:lnSpc>
                <a:spcPct val="100000"/>
              </a:lnSpc>
              <a:spcBef>
                <a:spcPts val="0"/>
              </a:spcBef>
              <a:spcAft>
                <a:spcPts val="1000"/>
              </a:spcAft>
              <a:buClr>
                <a:schemeClr val="tx1">
                  <a:lumMod val="50000"/>
                  <a:lumOff val="50000"/>
                </a:schemeClr>
              </a:buClr>
              <a:buFont typeface="Arial" panose="020B0604020202020204" pitchFamily="34" charset="0"/>
              <a:buNone/>
              <a:defRPr sz="1200">
                <a:solidFill>
                  <a:schemeClr val="bg1"/>
                </a:solidFill>
              </a:defRPr>
            </a:lvl3pPr>
            <a:lvl4pPr marL="628650" indent="0">
              <a:lnSpc>
                <a:spcPct val="100000"/>
              </a:lnSpc>
              <a:spcBef>
                <a:spcPts val="0"/>
              </a:spcBef>
              <a:spcAft>
                <a:spcPts val="1000"/>
              </a:spcAft>
              <a:buClr>
                <a:schemeClr val="tx1">
                  <a:lumMod val="75000"/>
                  <a:lumOff val="25000"/>
                </a:schemeClr>
              </a:buClr>
              <a:buSzPct val="80000"/>
              <a:buFont typeface="Courier New" panose="02070309020205020404" pitchFamily="49" charset="0"/>
              <a:buNone/>
              <a:defRPr sz="1000">
                <a:solidFill>
                  <a:schemeClr val="bg1"/>
                </a:solidFill>
              </a:defRPr>
            </a:lvl4pPr>
            <a:lvl5pPr marL="809625" indent="0">
              <a:lnSpc>
                <a:spcPct val="100000"/>
              </a:lnSpc>
              <a:spcBef>
                <a:spcPts val="0"/>
              </a:spcBef>
              <a:spcAft>
                <a:spcPts val="1000"/>
              </a:spcAft>
              <a:buFont typeface="Arial" panose="020B0604020202020204" pitchFamily="34" charset="0"/>
              <a:buNone/>
              <a:defRPr sz="1000">
                <a:solidFill>
                  <a:schemeClr val="bg1"/>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r">
              <a:spcAft>
                <a:spcPts val="0"/>
              </a:spcAft>
            </a:pPr>
            <a:endParaRPr lang="en-US" sz="3600" b="1" spc="-300" dirty="0">
              <a:solidFill>
                <a:schemeClr val="tx1"/>
              </a:solidFill>
            </a:endParaRPr>
          </a:p>
        </p:txBody>
      </p:sp>
      <p:pic>
        <p:nvPicPr>
          <p:cNvPr id="11" name="Picture 10">
            <a:extLst>
              <a:ext uri="{FF2B5EF4-FFF2-40B4-BE49-F238E27FC236}">
                <a16:creationId xmlns:a16="http://schemas.microsoft.com/office/drawing/2014/main" id="{424055B3-4216-BACD-F7B4-2FDAB46319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1641" y="1505383"/>
            <a:ext cx="9899780" cy="4635936"/>
          </a:xfrm>
          <a:prstGeom prst="rect">
            <a:avLst/>
          </a:prstGeom>
        </p:spPr>
      </p:pic>
    </p:spTree>
    <p:extLst>
      <p:ext uri="{BB962C8B-B14F-4D97-AF65-F5344CB8AC3E}">
        <p14:creationId xmlns:p14="http://schemas.microsoft.com/office/powerpoint/2010/main" val="6185703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47C58-42B2-6C9D-D534-4E3D8ED6F165}"/>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3F44F8F4-B407-248D-77E7-67A85EC00AF4}"/>
              </a:ext>
            </a:extLst>
          </p:cNvPr>
          <p:cNvSpPr/>
          <p:nvPr/>
        </p:nvSpPr>
        <p:spPr>
          <a:xfrm>
            <a:off x="0" y="0"/>
            <a:ext cx="12192000" cy="6858000"/>
          </a:xfrm>
          <a:prstGeom prst="rect">
            <a:avLst/>
          </a:prstGeom>
          <a:gradFill>
            <a:gsLst>
              <a:gs pos="0">
                <a:schemeClr val="tx2"/>
              </a:gs>
              <a:gs pos="100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lide Number Placeholder 3">
            <a:extLst>
              <a:ext uri="{FF2B5EF4-FFF2-40B4-BE49-F238E27FC236}">
                <a16:creationId xmlns:a16="http://schemas.microsoft.com/office/drawing/2014/main" id="{EA885065-C427-0954-CCC0-D8C8D3FAEF44}"/>
              </a:ext>
            </a:extLst>
          </p:cNvPr>
          <p:cNvSpPr>
            <a:spLocks noGrp="1"/>
          </p:cNvSpPr>
          <p:nvPr>
            <p:ph type="sldNum" sz="quarter" idx="11"/>
          </p:nvPr>
        </p:nvSpPr>
        <p:spPr/>
        <p:txBody>
          <a:bodyPr/>
          <a:lstStyle/>
          <a:p>
            <a:fld id="{EECC7194-A4D0-457B-9D3E-53681723AFF7}" type="slidenum">
              <a:rPr lang="en-US" smtClean="0"/>
              <a:pPr/>
              <a:t>7</a:t>
            </a:fld>
            <a:endParaRPr lang="en-US" dirty="0"/>
          </a:p>
        </p:txBody>
      </p:sp>
      <p:sp>
        <p:nvSpPr>
          <p:cNvPr id="2" name="Title 1">
            <a:extLst>
              <a:ext uri="{FF2B5EF4-FFF2-40B4-BE49-F238E27FC236}">
                <a16:creationId xmlns:a16="http://schemas.microsoft.com/office/drawing/2014/main" id="{D78B22CB-C129-F954-55AF-AC85D70E7EF4}"/>
              </a:ext>
            </a:extLst>
          </p:cNvPr>
          <p:cNvSpPr>
            <a:spLocks noGrp="1"/>
          </p:cNvSpPr>
          <p:nvPr>
            <p:ph type="title"/>
          </p:nvPr>
        </p:nvSpPr>
        <p:spPr>
          <a:xfrm>
            <a:off x="2005265" y="718554"/>
            <a:ext cx="8676544" cy="358472"/>
          </a:xfrm>
        </p:spPr>
        <p:txBody>
          <a:bodyPr/>
          <a:lstStyle/>
          <a:p>
            <a:pPr algn="ctr"/>
            <a:r>
              <a:rPr lang="en-US" sz="4000" dirty="0">
                <a:solidFill>
                  <a:schemeClr val="bg1"/>
                </a:solidFill>
                <a:ea typeface="Cambria" panose="02040503050406030204" pitchFamily="18" charset="0"/>
              </a:rPr>
              <a:t>FLOW KEY OPERATION</a:t>
            </a:r>
          </a:p>
        </p:txBody>
      </p:sp>
      <p:sp>
        <p:nvSpPr>
          <p:cNvPr id="5" name="object 7" descr="Beige rectangle">
            <a:extLst>
              <a:ext uri="{FF2B5EF4-FFF2-40B4-BE49-F238E27FC236}">
                <a16:creationId xmlns:a16="http://schemas.microsoft.com/office/drawing/2014/main" id="{605F6F58-DFA6-1246-C1B0-21F3320B7600}"/>
              </a:ext>
            </a:extLst>
          </p:cNvPr>
          <p:cNvSpPr/>
          <p:nvPr/>
        </p:nvSpPr>
        <p:spPr bwMode="white">
          <a:xfrm flipV="1">
            <a:off x="3922291" y="1181300"/>
            <a:ext cx="4613830"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dirty="0"/>
          </a:p>
        </p:txBody>
      </p:sp>
      <p:grpSp>
        <p:nvGrpSpPr>
          <p:cNvPr id="25" name="Group 24">
            <a:extLst>
              <a:ext uri="{FF2B5EF4-FFF2-40B4-BE49-F238E27FC236}">
                <a16:creationId xmlns:a16="http://schemas.microsoft.com/office/drawing/2014/main" id="{07F0247E-3D80-0EAB-89B6-F6781C043C80}"/>
              </a:ext>
            </a:extLst>
          </p:cNvPr>
          <p:cNvGrpSpPr/>
          <p:nvPr/>
        </p:nvGrpSpPr>
        <p:grpSpPr>
          <a:xfrm>
            <a:off x="1259304" y="2069431"/>
            <a:ext cx="8983571" cy="990597"/>
            <a:chOff x="1259304" y="2069431"/>
            <a:chExt cx="8983571" cy="990597"/>
          </a:xfrm>
        </p:grpSpPr>
        <p:sp>
          <p:nvSpPr>
            <p:cNvPr id="3" name="Rectangle: Rounded Corners 2">
              <a:extLst>
                <a:ext uri="{FF2B5EF4-FFF2-40B4-BE49-F238E27FC236}">
                  <a16:creationId xmlns:a16="http://schemas.microsoft.com/office/drawing/2014/main" id="{D58CC672-2AB1-DA10-B8C2-9987CFBB6C4D}"/>
                </a:ext>
              </a:extLst>
            </p:cNvPr>
            <p:cNvSpPr/>
            <p:nvPr/>
          </p:nvSpPr>
          <p:spPr>
            <a:xfrm>
              <a:off x="1259304" y="2069431"/>
              <a:ext cx="1668379" cy="441157"/>
            </a:xfrm>
            <a:prstGeom prst="roundRect">
              <a:avLst/>
            </a:prstGeom>
            <a:solidFill>
              <a:schemeClr val="bg2">
                <a:lumMod val="20000"/>
                <a:lumOff val="8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b="1" dirty="0">
                  <a:latin typeface="Candara" panose="020E0502030303020204" pitchFamily="34" charset="0"/>
                </a:rPr>
                <a:t>Source IP</a:t>
              </a:r>
            </a:p>
          </p:txBody>
        </p:sp>
        <p:sp>
          <p:nvSpPr>
            <p:cNvPr id="7" name="Rectangle: Rounded Corners 6">
              <a:extLst>
                <a:ext uri="{FF2B5EF4-FFF2-40B4-BE49-F238E27FC236}">
                  <a16:creationId xmlns:a16="http://schemas.microsoft.com/office/drawing/2014/main" id="{18B1F8CB-8B96-7F22-4A6F-BEBDE5F2BF4E}"/>
                </a:ext>
              </a:extLst>
            </p:cNvPr>
            <p:cNvSpPr/>
            <p:nvPr/>
          </p:nvSpPr>
          <p:spPr>
            <a:xfrm>
              <a:off x="3088102" y="2069431"/>
              <a:ext cx="1668379" cy="441157"/>
            </a:xfrm>
            <a:prstGeom prst="roundRect">
              <a:avLst/>
            </a:prstGeom>
            <a:solidFill>
              <a:schemeClr val="bg2">
                <a:lumMod val="20000"/>
                <a:lumOff val="8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b="1" dirty="0">
                  <a:latin typeface="Candara" panose="020E0502030303020204" pitchFamily="34" charset="0"/>
                </a:rPr>
                <a:t>Destination IP</a:t>
              </a:r>
            </a:p>
          </p:txBody>
        </p:sp>
        <p:sp>
          <p:nvSpPr>
            <p:cNvPr id="10" name="Rectangle: Rounded Corners 9">
              <a:extLst>
                <a:ext uri="{FF2B5EF4-FFF2-40B4-BE49-F238E27FC236}">
                  <a16:creationId xmlns:a16="http://schemas.microsoft.com/office/drawing/2014/main" id="{A489D3DE-045C-53CD-0AA2-9FB827389A35}"/>
                </a:ext>
              </a:extLst>
            </p:cNvPr>
            <p:cNvSpPr/>
            <p:nvPr/>
          </p:nvSpPr>
          <p:spPr>
            <a:xfrm>
              <a:off x="4916900" y="2069431"/>
              <a:ext cx="1668379" cy="441157"/>
            </a:xfrm>
            <a:prstGeom prst="roundRect">
              <a:avLst/>
            </a:prstGeom>
            <a:solidFill>
              <a:schemeClr val="bg2">
                <a:lumMod val="20000"/>
                <a:lumOff val="8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b="1" dirty="0">
                  <a:latin typeface="Candara" panose="020E0502030303020204" pitchFamily="34" charset="0"/>
                </a:rPr>
                <a:t>Source port</a:t>
              </a:r>
            </a:p>
          </p:txBody>
        </p:sp>
        <p:sp>
          <p:nvSpPr>
            <p:cNvPr id="11" name="Rectangle: Rounded Corners 10">
              <a:extLst>
                <a:ext uri="{FF2B5EF4-FFF2-40B4-BE49-F238E27FC236}">
                  <a16:creationId xmlns:a16="http://schemas.microsoft.com/office/drawing/2014/main" id="{FBA9C4BF-C228-7BE2-B94D-688CB9CCEA71}"/>
                </a:ext>
              </a:extLst>
            </p:cNvPr>
            <p:cNvSpPr/>
            <p:nvPr/>
          </p:nvSpPr>
          <p:spPr>
            <a:xfrm>
              <a:off x="6745698" y="2073440"/>
              <a:ext cx="1668379" cy="441157"/>
            </a:xfrm>
            <a:prstGeom prst="roundRect">
              <a:avLst/>
            </a:prstGeom>
            <a:solidFill>
              <a:schemeClr val="bg2">
                <a:lumMod val="20000"/>
                <a:lumOff val="8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b="1" dirty="0">
                  <a:latin typeface="Candara" panose="020E0502030303020204" pitchFamily="34" charset="0"/>
                </a:rPr>
                <a:t>Destination port</a:t>
              </a:r>
            </a:p>
          </p:txBody>
        </p:sp>
        <p:sp>
          <p:nvSpPr>
            <p:cNvPr id="15" name="Rectangle: Rounded Corners 14">
              <a:extLst>
                <a:ext uri="{FF2B5EF4-FFF2-40B4-BE49-F238E27FC236}">
                  <a16:creationId xmlns:a16="http://schemas.microsoft.com/office/drawing/2014/main" id="{C3BA87E8-5D75-BCDC-160A-9B3DF70DCB45}"/>
                </a:ext>
              </a:extLst>
            </p:cNvPr>
            <p:cNvSpPr/>
            <p:nvPr/>
          </p:nvSpPr>
          <p:spPr>
            <a:xfrm>
              <a:off x="8574496" y="2069431"/>
              <a:ext cx="1668379" cy="441157"/>
            </a:xfrm>
            <a:prstGeom prst="roundRect">
              <a:avLst/>
            </a:prstGeom>
            <a:solidFill>
              <a:schemeClr val="bg2">
                <a:lumMod val="20000"/>
                <a:lumOff val="8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b="1" dirty="0">
                  <a:latin typeface="Candara" panose="020E0502030303020204" pitchFamily="34" charset="0"/>
                </a:rPr>
                <a:t>Protocol </a:t>
              </a:r>
            </a:p>
          </p:txBody>
        </p:sp>
        <p:sp>
          <p:nvSpPr>
            <p:cNvPr id="18" name="Rectangle: Rounded Corners 17">
              <a:extLst>
                <a:ext uri="{FF2B5EF4-FFF2-40B4-BE49-F238E27FC236}">
                  <a16:creationId xmlns:a16="http://schemas.microsoft.com/office/drawing/2014/main" id="{9573606E-0587-80B8-80A1-B543E9E119C5}"/>
                </a:ext>
              </a:extLst>
            </p:cNvPr>
            <p:cNvSpPr/>
            <p:nvPr/>
          </p:nvSpPr>
          <p:spPr>
            <a:xfrm>
              <a:off x="1259304" y="2614862"/>
              <a:ext cx="1668379" cy="441157"/>
            </a:xfrm>
            <a:prstGeom prst="roundRect">
              <a:avLst/>
            </a:prstGeom>
            <a:solidFill>
              <a:schemeClr val="bg2">
                <a:lumMod val="20000"/>
                <a:lumOff val="8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Candara" panose="020E0502030303020204" pitchFamily="34" charset="0"/>
                </a:rPr>
                <a:t>192.168.20.100</a:t>
              </a:r>
            </a:p>
          </p:txBody>
        </p:sp>
        <p:sp>
          <p:nvSpPr>
            <p:cNvPr id="19" name="Rectangle: Rounded Corners 18">
              <a:extLst>
                <a:ext uri="{FF2B5EF4-FFF2-40B4-BE49-F238E27FC236}">
                  <a16:creationId xmlns:a16="http://schemas.microsoft.com/office/drawing/2014/main" id="{470262FF-76DA-7602-0DBA-8E43D72B8F59}"/>
                </a:ext>
              </a:extLst>
            </p:cNvPr>
            <p:cNvSpPr/>
            <p:nvPr/>
          </p:nvSpPr>
          <p:spPr>
            <a:xfrm>
              <a:off x="3088102" y="2614862"/>
              <a:ext cx="1668379" cy="441157"/>
            </a:xfrm>
            <a:prstGeom prst="roundRect">
              <a:avLst/>
            </a:prstGeom>
            <a:solidFill>
              <a:schemeClr val="bg2">
                <a:lumMod val="20000"/>
                <a:lumOff val="8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Candara" panose="020E0502030303020204" pitchFamily="34" charset="0"/>
                </a:rPr>
                <a:t>8.8.8.8</a:t>
              </a:r>
            </a:p>
          </p:txBody>
        </p:sp>
        <p:sp>
          <p:nvSpPr>
            <p:cNvPr id="21" name="Rectangle: Rounded Corners 20">
              <a:extLst>
                <a:ext uri="{FF2B5EF4-FFF2-40B4-BE49-F238E27FC236}">
                  <a16:creationId xmlns:a16="http://schemas.microsoft.com/office/drawing/2014/main" id="{4A958A2E-C36A-F178-6F77-77B43E599296}"/>
                </a:ext>
              </a:extLst>
            </p:cNvPr>
            <p:cNvSpPr/>
            <p:nvPr/>
          </p:nvSpPr>
          <p:spPr>
            <a:xfrm>
              <a:off x="4916900" y="2614862"/>
              <a:ext cx="1668379" cy="441157"/>
            </a:xfrm>
            <a:prstGeom prst="roundRect">
              <a:avLst/>
            </a:prstGeom>
            <a:solidFill>
              <a:schemeClr val="bg2">
                <a:lumMod val="20000"/>
                <a:lumOff val="8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Candara" panose="020E0502030303020204" pitchFamily="34" charset="0"/>
                </a:rPr>
                <a:t>5000</a:t>
              </a:r>
            </a:p>
          </p:txBody>
        </p:sp>
        <p:sp>
          <p:nvSpPr>
            <p:cNvPr id="22" name="Rectangle: Rounded Corners 21">
              <a:extLst>
                <a:ext uri="{FF2B5EF4-FFF2-40B4-BE49-F238E27FC236}">
                  <a16:creationId xmlns:a16="http://schemas.microsoft.com/office/drawing/2014/main" id="{62276E23-46BD-72EC-905B-C29D43D5E2C2}"/>
                </a:ext>
              </a:extLst>
            </p:cNvPr>
            <p:cNvSpPr/>
            <p:nvPr/>
          </p:nvSpPr>
          <p:spPr>
            <a:xfrm>
              <a:off x="6745698" y="2618871"/>
              <a:ext cx="1668379" cy="441157"/>
            </a:xfrm>
            <a:prstGeom prst="roundRect">
              <a:avLst/>
            </a:prstGeom>
            <a:solidFill>
              <a:schemeClr val="bg2">
                <a:lumMod val="20000"/>
                <a:lumOff val="8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Candara" panose="020E0502030303020204" pitchFamily="34" charset="0"/>
                </a:rPr>
                <a:t>53</a:t>
              </a:r>
            </a:p>
          </p:txBody>
        </p:sp>
        <p:sp>
          <p:nvSpPr>
            <p:cNvPr id="23" name="Rectangle: Rounded Corners 22">
              <a:extLst>
                <a:ext uri="{FF2B5EF4-FFF2-40B4-BE49-F238E27FC236}">
                  <a16:creationId xmlns:a16="http://schemas.microsoft.com/office/drawing/2014/main" id="{E5280ED7-23ED-EE74-DD28-AF8DA417288A}"/>
                </a:ext>
              </a:extLst>
            </p:cNvPr>
            <p:cNvSpPr/>
            <p:nvPr/>
          </p:nvSpPr>
          <p:spPr>
            <a:xfrm>
              <a:off x="8574496" y="2614862"/>
              <a:ext cx="1668379" cy="441157"/>
            </a:xfrm>
            <a:prstGeom prst="roundRect">
              <a:avLst/>
            </a:prstGeom>
            <a:solidFill>
              <a:schemeClr val="bg2">
                <a:lumMod val="20000"/>
                <a:lumOff val="8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Candara" panose="020E0502030303020204" pitchFamily="34" charset="0"/>
                </a:rPr>
                <a:t>UDP</a:t>
              </a:r>
            </a:p>
          </p:txBody>
        </p:sp>
      </p:grpSp>
      <p:sp>
        <p:nvSpPr>
          <p:cNvPr id="26" name="Rectangle: Rounded Corners 25">
            <a:extLst>
              <a:ext uri="{FF2B5EF4-FFF2-40B4-BE49-F238E27FC236}">
                <a16:creationId xmlns:a16="http://schemas.microsoft.com/office/drawing/2014/main" id="{DB508DC7-7A82-105C-DAF4-DF1B321E9423}"/>
              </a:ext>
            </a:extLst>
          </p:cNvPr>
          <p:cNvSpPr/>
          <p:nvPr/>
        </p:nvSpPr>
        <p:spPr>
          <a:xfrm>
            <a:off x="3043985" y="4644190"/>
            <a:ext cx="2462460" cy="986590"/>
          </a:xfrm>
          <a:prstGeom prst="roundRect">
            <a:avLst/>
          </a:prstGeom>
          <a:solidFill>
            <a:schemeClr val="bg2">
              <a:lumMod val="20000"/>
              <a:lumOff val="8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Candara" panose="020E0502030303020204" pitchFamily="34" charset="0"/>
              </a:rPr>
              <a:t>192.168.20.100 </a:t>
            </a:r>
            <a:r>
              <a:rPr lang="en-US" sz="1600" dirty="0">
                <a:latin typeface="Candara" panose="020E0502030303020204" pitchFamily="34" charset="0"/>
                <a:sym typeface="Wingdings" panose="05000000000000000000" pitchFamily="2" charset="2"/>
              </a:rPr>
              <a:t></a:t>
            </a:r>
            <a:r>
              <a:rPr lang="en-US" sz="1600" dirty="0">
                <a:latin typeface="Candara" panose="020E0502030303020204" pitchFamily="34" charset="0"/>
              </a:rPr>
              <a:t> 8.8.8.8</a:t>
            </a:r>
          </a:p>
          <a:p>
            <a:pPr algn="ctr"/>
            <a:r>
              <a:rPr lang="en-US" sz="1600" dirty="0">
                <a:latin typeface="Candara" panose="020E0502030303020204" pitchFamily="34" charset="0"/>
              </a:rPr>
              <a:t>Port 5000 </a:t>
            </a:r>
            <a:r>
              <a:rPr lang="en-US" sz="1600" dirty="0">
                <a:latin typeface="Candara" panose="020E0502030303020204" pitchFamily="34" charset="0"/>
                <a:sym typeface="Wingdings" panose="05000000000000000000" pitchFamily="2" charset="2"/>
              </a:rPr>
              <a:t> 53</a:t>
            </a:r>
          </a:p>
          <a:p>
            <a:pPr algn="ctr"/>
            <a:r>
              <a:rPr lang="en-US" sz="1600" dirty="0">
                <a:latin typeface="Candara" panose="020E0502030303020204" pitchFamily="34" charset="0"/>
                <a:sym typeface="Wingdings" panose="05000000000000000000" pitchFamily="2" charset="2"/>
              </a:rPr>
              <a:t>Protocol  UDP</a:t>
            </a:r>
            <a:endParaRPr lang="en-US" sz="1600" dirty="0">
              <a:latin typeface="Candara" panose="020E0502030303020204" pitchFamily="34" charset="0"/>
            </a:endParaRPr>
          </a:p>
        </p:txBody>
      </p:sp>
      <p:sp>
        <p:nvSpPr>
          <p:cNvPr id="27" name="Rectangle 26">
            <a:extLst>
              <a:ext uri="{FF2B5EF4-FFF2-40B4-BE49-F238E27FC236}">
                <a16:creationId xmlns:a16="http://schemas.microsoft.com/office/drawing/2014/main" id="{28B8BCD1-1C1B-C1E1-D73A-580FE10999C6}"/>
              </a:ext>
            </a:extLst>
          </p:cNvPr>
          <p:cNvSpPr/>
          <p:nvPr/>
        </p:nvSpPr>
        <p:spPr>
          <a:xfrm>
            <a:off x="2771269" y="4422009"/>
            <a:ext cx="3056021" cy="1470260"/>
          </a:xfrm>
          <a:prstGeom prst="rect">
            <a:avLst/>
          </a:prstGeom>
          <a:noFill/>
          <a:ln w="76200">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17096BC1-7F3A-326D-C817-E319B9B1AD86}"/>
              </a:ext>
            </a:extLst>
          </p:cNvPr>
          <p:cNvSpPr/>
          <p:nvPr/>
        </p:nvSpPr>
        <p:spPr>
          <a:xfrm>
            <a:off x="7359297" y="4580020"/>
            <a:ext cx="2813473" cy="1163055"/>
          </a:xfrm>
          <a:prstGeom prst="roundRect">
            <a:avLst/>
          </a:prstGeom>
          <a:noFill/>
          <a:ln/>
          <a:effectLst>
            <a:softEdge rad="63500"/>
          </a:effectLst>
        </p:spPr>
        <p:style>
          <a:lnRef idx="2">
            <a:schemeClr val="dk1"/>
          </a:lnRef>
          <a:fillRef idx="1">
            <a:schemeClr val="lt1"/>
          </a:fillRef>
          <a:effectRef idx="0">
            <a:schemeClr val="dk1"/>
          </a:effectRef>
          <a:fontRef idx="minor">
            <a:schemeClr val="dk1"/>
          </a:fontRef>
        </p:style>
        <p:txBody>
          <a:bodyPr rtlCol="0" anchor="ctr"/>
          <a:lstStyle/>
          <a:p>
            <a:pPr algn="ctr"/>
            <a:r>
              <a:rPr lang="en-US" sz="2400" b="1" dirty="0">
                <a:solidFill>
                  <a:schemeClr val="bg1"/>
                </a:solidFill>
                <a:latin typeface="Candara" panose="020E0502030303020204" pitchFamily="34" charset="0"/>
              </a:rPr>
              <a:t>Becomes one key</a:t>
            </a:r>
          </a:p>
          <a:p>
            <a:pPr algn="ctr"/>
            <a:r>
              <a:rPr lang="en-US" sz="2400" b="1" dirty="0">
                <a:solidFill>
                  <a:schemeClr val="bg1"/>
                </a:solidFill>
                <a:latin typeface="Candara" panose="020E0502030303020204" pitchFamily="34" charset="0"/>
              </a:rPr>
              <a:t> (Flow Key)</a:t>
            </a:r>
          </a:p>
        </p:txBody>
      </p:sp>
      <p:cxnSp>
        <p:nvCxnSpPr>
          <p:cNvPr id="36" name="Straight Arrow Connector 35">
            <a:extLst>
              <a:ext uri="{FF2B5EF4-FFF2-40B4-BE49-F238E27FC236}">
                <a16:creationId xmlns:a16="http://schemas.microsoft.com/office/drawing/2014/main" id="{8AA988D5-88F3-7880-C4FE-5CBD8C1F9E2C}"/>
              </a:ext>
            </a:extLst>
          </p:cNvPr>
          <p:cNvCxnSpPr/>
          <p:nvPr/>
        </p:nvCxnSpPr>
        <p:spPr>
          <a:xfrm>
            <a:off x="6156153" y="5165559"/>
            <a:ext cx="1179090" cy="0"/>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2A7E746C-E3D4-33C8-D824-A564949A740C}"/>
              </a:ext>
            </a:extLst>
          </p:cNvPr>
          <p:cNvSpPr/>
          <p:nvPr/>
        </p:nvSpPr>
        <p:spPr>
          <a:xfrm>
            <a:off x="766010" y="1692441"/>
            <a:ext cx="10086474" cy="1825995"/>
          </a:xfrm>
          <a:prstGeom prst="rect">
            <a:avLst/>
          </a:prstGeom>
          <a:noFill/>
          <a:ln w="76200">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41" name="Connector: Curved 40">
            <a:extLst>
              <a:ext uri="{FF2B5EF4-FFF2-40B4-BE49-F238E27FC236}">
                <a16:creationId xmlns:a16="http://schemas.microsoft.com/office/drawing/2014/main" id="{63DF5B97-9ED8-7A6D-B3F0-552835ED487E}"/>
              </a:ext>
            </a:extLst>
          </p:cNvPr>
          <p:cNvCxnSpPr>
            <a:cxnSpLocks/>
          </p:cNvCxnSpPr>
          <p:nvPr/>
        </p:nvCxnSpPr>
        <p:spPr>
          <a:xfrm rot="16200000" flipH="1">
            <a:off x="1238052" y="3844892"/>
            <a:ext cx="1534428" cy="1106906"/>
          </a:xfrm>
          <a:prstGeom prst="curvedConnector2">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2556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D6CDB3BA-1F61-5A40-9B17-E51AF5B44A5A}"/>
              </a:ext>
            </a:extLst>
          </p:cNvPr>
          <p:cNvSpPr/>
          <p:nvPr/>
        </p:nvSpPr>
        <p:spPr>
          <a:xfrm>
            <a:off x="-134046" y="-192145"/>
            <a:ext cx="12364719" cy="7050145"/>
          </a:xfrm>
          <a:prstGeom prst="rect">
            <a:avLst/>
          </a:prstGeom>
          <a:gradFill>
            <a:gsLst>
              <a:gs pos="0">
                <a:schemeClr val="tx2"/>
              </a:gs>
              <a:gs pos="100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6CA2F6A-636F-4857-B3DF-84C40FD31807}"/>
              </a:ext>
            </a:extLst>
          </p:cNvPr>
          <p:cNvSpPr>
            <a:spLocks noGrp="1"/>
          </p:cNvSpPr>
          <p:nvPr>
            <p:ph type="title"/>
          </p:nvPr>
        </p:nvSpPr>
        <p:spPr>
          <a:xfrm>
            <a:off x="546983" y="638905"/>
            <a:ext cx="6209999" cy="370166"/>
          </a:xfrm>
        </p:spPr>
        <p:txBody>
          <a:bodyPr/>
          <a:lstStyle/>
          <a:p>
            <a:pPr algn="ctr"/>
            <a:r>
              <a:rPr lang="en-US" sz="4000" dirty="0"/>
              <a:t>Intrusion detection</a:t>
            </a:r>
          </a:p>
        </p:txBody>
      </p:sp>
      <p:sp>
        <p:nvSpPr>
          <p:cNvPr id="3" name="Slide Number Placeholder 2">
            <a:extLst>
              <a:ext uri="{FF2B5EF4-FFF2-40B4-BE49-F238E27FC236}">
                <a16:creationId xmlns:a16="http://schemas.microsoft.com/office/drawing/2014/main" id="{126DEDAB-4595-4AAB-8FB4-F3036F68D70A}"/>
              </a:ext>
            </a:extLst>
          </p:cNvPr>
          <p:cNvSpPr>
            <a:spLocks noGrp="1"/>
          </p:cNvSpPr>
          <p:nvPr>
            <p:ph type="sldNum" sz="quarter" idx="11"/>
          </p:nvPr>
        </p:nvSpPr>
        <p:spPr/>
        <p:txBody>
          <a:bodyPr/>
          <a:lstStyle/>
          <a:p>
            <a:fld id="{EECC7194-A4D0-457B-9D3E-53681723AFF7}" type="slidenum">
              <a:rPr lang="en-US" smtClean="0"/>
              <a:pPr/>
              <a:t>8</a:t>
            </a:fld>
            <a:endParaRPr lang="en-US" dirty="0"/>
          </a:p>
        </p:txBody>
      </p:sp>
      <p:sp>
        <p:nvSpPr>
          <p:cNvPr id="9" name="object 7" descr="Beige rectangle">
            <a:extLst>
              <a:ext uri="{FF2B5EF4-FFF2-40B4-BE49-F238E27FC236}">
                <a16:creationId xmlns:a16="http://schemas.microsoft.com/office/drawing/2014/main" id="{C88E3957-6CDD-4061-AA83-A074A57C9C12}"/>
              </a:ext>
            </a:extLst>
          </p:cNvPr>
          <p:cNvSpPr/>
          <p:nvPr/>
        </p:nvSpPr>
        <p:spPr bwMode="white">
          <a:xfrm flipV="1">
            <a:off x="546984" y="1102271"/>
            <a:ext cx="3637234" cy="102613"/>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pPr algn="ctr"/>
            <a:endParaRPr lang="en-US" dirty="0"/>
          </a:p>
        </p:txBody>
      </p:sp>
      <p:sp>
        <p:nvSpPr>
          <p:cNvPr id="24" name="Oval 23">
            <a:extLst>
              <a:ext uri="{FF2B5EF4-FFF2-40B4-BE49-F238E27FC236}">
                <a16:creationId xmlns:a16="http://schemas.microsoft.com/office/drawing/2014/main" id="{BCEEAC69-6650-4332-B226-03DCBCC2ABD3}"/>
              </a:ext>
            </a:extLst>
          </p:cNvPr>
          <p:cNvSpPr/>
          <p:nvPr/>
        </p:nvSpPr>
        <p:spPr>
          <a:xfrm>
            <a:off x="3651983" y="2408513"/>
            <a:ext cx="756000" cy="756000"/>
          </a:xfrm>
          <a:prstGeom prst="ellipse">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000" dirty="0">
              <a:solidFill>
                <a:schemeClr val="bg1"/>
              </a:solidFill>
              <a:latin typeface="+mj-lt"/>
              <a:ea typeface="Lato Black" panose="020F0502020204030203" pitchFamily="34" charset="0"/>
              <a:cs typeface="Lato Black" panose="020F0502020204030203" pitchFamily="34" charset="0"/>
            </a:endParaRPr>
          </a:p>
        </p:txBody>
      </p:sp>
      <p:sp>
        <p:nvSpPr>
          <p:cNvPr id="26" name="Oval 25">
            <a:extLst>
              <a:ext uri="{FF2B5EF4-FFF2-40B4-BE49-F238E27FC236}">
                <a16:creationId xmlns:a16="http://schemas.microsoft.com/office/drawing/2014/main" id="{E1C82F28-48F5-42C6-BF72-935B3AC4E193}"/>
              </a:ext>
            </a:extLst>
          </p:cNvPr>
          <p:cNvSpPr/>
          <p:nvPr/>
        </p:nvSpPr>
        <p:spPr>
          <a:xfrm>
            <a:off x="7914959" y="2408513"/>
            <a:ext cx="756000" cy="756000"/>
          </a:xfrm>
          <a:prstGeom prst="ellipse">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000" dirty="0">
              <a:solidFill>
                <a:schemeClr val="bg1"/>
              </a:solidFill>
              <a:latin typeface="+mj-lt"/>
              <a:ea typeface="Lato Black" panose="020F0502020204030203" pitchFamily="34" charset="0"/>
              <a:cs typeface="Lato Black" panose="020F0502020204030203" pitchFamily="34" charset="0"/>
            </a:endParaRPr>
          </a:p>
        </p:txBody>
      </p:sp>
      <p:sp>
        <p:nvSpPr>
          <p:cNvPr id="27" name="Oval 26">
            <a:extLst>
              <a:ext uri="{FF2B5EF4-FFF2-40B4-BE49-F238E27FC236}">
                <a16:creationId xmlns:a16="http://schemas.microsoft.com/office/drawing/2014/main" id="{90CD8133-923E-4CC8-A17C-17D0B8AAFC0B}"/>
              </a:ext>
            </a:extLst>
          </p:cNvPr>
          <p:cNvSpPr/>
          <p:nvPr/>
        </p:nvSpPr>
        <p:spPr>
          <a:xfrm>
            <a:off x="10046448" y="2408513"/>
            <a:ext cx="756000" cy="756000"/>
          </a:xfrm>
          <a:prstGeom prst="ellipse">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000" dirty="0">
              <a:solidFill>
                <a:schemeClr val="bg1"/>
              </a:solidFill>
              <a:latin typeface="+mj-lt"/>
              <a:ea typeface="Lato Black" panose="020F0502020204030203" pitchFamily="34" charset="0"/>
              <a:cs typeface="Lato Black" panose="020F0502020204030203" pitchFamily="34" charset="0"/>
            </a:endParaRPr>
          </a:p>
        </p:txBody>
      </p:sp>
      <p:graphicFrame>
        <p:nvGraphicFramePr>
          <p:cNvPr id="11" name="Table 10">
            <a:extLst>
              <a:ext uri="{FF2B5EF4-FFF2-40B4-BE49-F238E27FC236}">
                <a16:creationId xmlns:a16="http://schemas.microsoft.com/office/drawing/2014/main" id="{E9D8F806-E374-A44F-4DE7-652B9C5B5E8C}"/>
              </a:ext>
            </a:extLst>
          </p:cNvPr>
          <p:cNvGraphicFramePr>
            <a:graphicFrameLocks noGrp="1"/>
          </p:cNvGraphicFramePr>
          <p:nvPr>
            <p:extLst>
              <p:ext uri="{D42A27DB-BD31-4B8C-83A1-F6EECF244321}">
                <p14:modId xmlns:p14="http://schemas.microsoft.com/office/powerpoint/2010/main" val="1303252153"/>
              </p:ext>
            </p:extLst>
          </p:nvPr>
        </p:nvGraphicFramePr>
        <p:xfrm>
          <a:off x="380202" y="1700666"/>
          <a:ext cx="6376780" cy="3820343"/>
        </p:xfrm>
        <a:graphic>
          <a:graphicData uri="http://schemas.openxmlformats.org/drawingml/2006/table">
            <a:tbl>
              <a:tblPr firstRow="1" bandRow="1">
                <a:tableStyleId>{8A107856-5554-42FB-B03E-39F5DBC370BA}</a:tableStyleId>
              </a:tblPr>
              <a:tblGrid>
                <a:gridCol w="1594195">
                  <a:extLst>
                    <a:ext uri="{9D8B030D-6E8A-4147-A177-3AD203B41FA5}">
                      <a16:colId xmlns:a16="http://schemas.microsoft.com/office/drawing/2014/main" val="2117965736"/>
                    </a:ext>
                  </a:extLst>
                </a:gridCol>
                <a:gridCol w="1594195">
                  <a:extLst>
                    <a:ext uri="{9D8B030D-6E8A-4147-A177-3AD203B41FA5}">
                      <a16:colId xmlns:a16="http://schemas.microsoft.com/office/drawing/2014/main" val="4279393600"/>
                    </a:ext>
                  </a:extLst>
                </a:gridCol>
                <a:gridCol w="1594195">
                  <a:extLst>
                    <a:ext uri="{9D8B030D-6E8A-4147-A177-3AD203B41FA5}">
                      <a16:colId xmlns:a16="http://schemas.microsoft.com/office/drawing/2014/main" val="237985671"/>
                    </a:ext>
                  </a:extLst>
                </a:gridCol>
                <a:gridCol w="1594195">
                  <a:extLst>
                    <a:ext uri="{9D8B030D-6E8A-4147-A177-3AD203B41FA5}">
                      <a16:colId xmlns:a16="http://schemas.microsoft.com/office/drawing/2014/main" val="1312127035"/>
                    </a:ext>
                  </a:extLst>
                </a:gridCol>
              </a:tblGrid>
              <a:tr h="711753">
                <a:tc>
                  <a:txBody>
                    <a:bodyPr/>
                    <a:lstStyle/>
                    <a:p>
                      <a:pPr algn="ctr"/>
                      <a:r>
                        <a:rPr lang="en-US" sz="1800" dirty="0">
                          <a:solidFill>
                            <a:schemeClr val="bg1"/>
                          </a:solidFill>
                          <a:latin typeface="Candara" panose="020E0502030303020204" pitchFamily="34" charset="0"/>
                        </a:rPr>
                        <a:t>Statistic </a:t>
                      </a:r>
                    </a:p>
                  </a:txBody>
                  <a:tcPr marL="45720" marR="45720" anchor="ctr">
                    <a:solidFill>
                      <a:schemeClr val="accent3"/>
                    </a:solidFill>
                  </a:tcPr>
                </a:tc>
                <a:tc>
                  <a:txBody>
                    <a:bodyPr/>
                    <a:lstStyle/>
                    <a:p>
                      <a:pPr algn="ctr"/>
                      <a:r>
                        <a:rPr lang="en-US" sz="1800" dirty="0">
                          <a:solidFill>
                            <a:schemeClr val="bg1"/>
                          </a:solidFill>
                          <a:latin typeface="Candara" panose="020E0502030303020204" pitchFamily="34" charset="0"/>
                        </a:rPr>
                        <a:t>Normal behavior</a:t>
                      </a:r>
                    </a:p>
                  </a:txBody>
                  <a:tcPr marL="45720" marR="45720" anchor="ctr">
                    <a:solidFill>
                      <a:schemeClr val="accent3"/>
                    </a:solidFill>
                  </a:tcPr>
                </a:tc>
                <a:tc>
                  <a:txBody>
                    <a:bodyPr/>
                    <a:lstStyle/>
                    <a:p>
                      <a:pPr algn="ctr"/>
                      <a:r>
                        <a:rPr lang="en-US" sz="1800" dirty="0">
                          <a:solidFill>
                            <a:schemeClr val="bg1"/>
                          </a:solidFill>
                          <a:latin typeface="Candara" panose="020E0502030303020204" pitchFamily="34" charset="0"/>
                        </a:rPr>
                        <a:t>Attack behavior</a:t>
                      </a:r>
                    </a:p>
                  </a:txBody>
                  <a:tcPr marL="45720" marR="45720" anchor="ctr">
                    <a:solidFill>
                      <a:schemeClr val="accent3"/>
                    </a:solidFill>
                  </a:tcPr>
                </a:tc>
                <a:tc>
                  <a:txBody>
                    <a:bodyPr/>
                    <a:lstStyle/>
                    <a:p>
                      <a:pPr algn="ctr"/>
                      <a:r>
                        <a:rPr lang="en-US" sz="1800" dirty="0">
                          <a:solidFill>
                            <a:schemeClr val="bg1"/>
                          </a:solidFill>
                          <a:latin typeface="Candara" panose="020E0502030303020204" pitchFamily="34" charset="0"/>
                        </a:rPr>
                        <a:t>Type of attack</a:t>
                      </a:r>
                    </a:p>
                  </a:txBody>
                  <a:tcPr marL="45720" marR="45720" anchor="ctr">
                    <a:solidFill>
                      <a:schemeClr val="accent3"/>
                    </a:solidFill>
                  </a:tcPr>
                </a:tc>
                <a:extLst>
                  <a:ext uri="{0D108BD9-81ED-4DB2-BD59-A6C34878D82A}">
                    <a16:rowId xmlns:a16="http://schemas.microsoft.com/office/drawing/2014/main" val="726438633"/>
                  </a:ext>
                </a:extLst>
              </a:tr>
              <a:tr h="544610">
                <a:tc>
                  <a:txBody>
                    <a:bodyPr/>
                    <a:lstStyle/>
                    <a:p>
                      <a:pPr algn="ctr"/>
                      <a:r>
                        <a:rPr lang="en-US" sz="1800" dirty="0">
                          <a:latin typeface="Candara" panose="020E0502030303020204" pitchFamily="34" charset="0"/>
                        </a:rPr>
                        <a:t>Packet count</a:t>
                      </a:r>
                    </a:p>
                  </a:txBody>
                  <a:tcPr marL="45720" marR="45720" anchor="ctr"/>
                </a:tc>
                <a:tc>
                  <a:txBody>
                    <a:bodyPr/>
                    <a:lstStyle/>
                    <a:p>
                      <a:pPr algn="ctr"/>
                      <a:r>
                        <a:rPr lang="en-US" sz="1800" dirty="0">
                          <a:latin typeface="Candara" panose="020E0502030303020204" pitchFamily="34" charset="0"/>
                        </a:rPr>
                        <a:t>50 - 200 </a:t>
                      </a:r>
                    </a:p>
                  </a:txBody>
                  <a:tcPr marL="45720" marR="45720" anchor="ctr"/>
                </a:tc>
                <a:tc>
                  <a:txBody>
                    <a:bodyPr/>
                    <a:lstStyle/>
                    <a:p>
                      <a:pPr algn="ctr"/>
                      <a:r>
                        <a:rPr lang="en-US" sz="1800" dirty="0">
                          <a:latin typeface="Candara" panose="020E0502030303020204" pitchFamily="34" charset="0"/>
                        </a:rPr>
                        <a:t>50,000+ in secs</a:t>
                      </a:r>
                    </a:p>
                  </a:txBody>
                  <a:tcPr marL="45720" marR="45720" anchor="ctr"/>
                </a:tc>
                <a:tc>
                  <a:txBody>
                    <a:bodyPr/>
                    <a:lstStyle/>
                    <a:p>
                      <a:pPr algn="ctr"/>
                      <a:r>
                        <a:rPr lang="en-US" sz="1800" dirty="0">
                          <a:latin typeface="Candara" panose="020E0502030303020204" pitchFamily="34" charset="0"/>
                        </a:rPr>
                        <a:t>DoS attack</a:t>
                      </a:r>
                    </a:p>
                  </a:txBody>
                  <a:tcPr marL="45720" marR="45720" anchor="ctr"/>
                </a:tc>
                <a:extLst>
                  <a:ext uri="{0D108BD9-81ED-4DB2-BD59-A6C34878D82A}">
                    <a16:rowId xmlns:a16="http://schemas.microsoft.com/office/drawing/2014/main" val="3458950655"/>
                  </a:ext>
                </a:extLst>
              </a:tr>
              <a:tr h="816914">
                <a:tc>
                  <a:txBody>
                    <a:bodyPr/>
                    <a:lstStyle/>
                    <a:p>
                      <a:pPr algn="ctr"/>
                      <a:r>
                        <a:rPr lang="en-US" sz="1800" dirty="0">
                          <a:latin typeface="Candara" panose="020E0502030303020204" pitchFamily="34" charset="0"/>
                        </a:rPr>
                        <a:t>Byte count</a:t>
                      </a:r>
                    </a:p>
                  </a:txBody>
                  <a:tcPr marL="45720" marR="45720" anchor="ctr"/>
                </a:tc>
                <a:tc>
                  <a:txBody>
                    <a:bodyPr/>
                    <a:lstStyle/>
                    <a:p>
                      <a:pPr algn="ctr"/>
                      <a:r>
                        <a:rPr lang="en-US" sz="1800" dirty="0">
                          <a:latin typeface="Candara" panose="020E0502030303020204" pitchFamily="34" charset="0"/>
                        </a:rPr>
                        <a:t>Few KB or MB</a:t>
                      </a:r>
                    </a:p>
                  </a:txBody>
                  <a:tcPr marL="45720" marR="45720" anchor="ctr"/>
                </a:tc>
                <a:tc>
                  <a:txBody>
                    <a:bodyPr/>
                    <a:lstStyle/>
                    <a:p>
                      <a:pPr algn="ctr"/>
                      <a:r>
                        <a:rPr lang="en-US" sz="1800" dirty="0">
                          <a:latin typeface="Candara" panose="020E0502030303020204" pitchFamily="34" charset="0"/>
                        </a:rPr>
                        <a:t>Excessive size data transfer</a:t>
                      </a:r>
                    </a:p>
                  </a:txBody>
                  <a:tcPr marL="45720" marR="45720" anchor="ctr"/>
                </a:tc>
                <a:tc>
                  <a:txBody>
                    <a:bodyPr/>
                    <a:lstStyle/>
                    <a:p>
                      <a:pPr algn="ctr"/>
                      <a:r>
                        <a:rPr lang="en-US" sz="1800" dirty="0">
                          <a:latin typeface="Candara" panose="020E0502030303020204" pitchFamily="34" charset="0"/>
                        </a:rPr>
                        <a:t>Exfiltration attack</a:t>
                      </a:r>
                    </a:p>
                  </a:txBody>
                  <a:tcPr marL="45720" marR="45720" anchor="ctr"/>
                </a:tc>
                <a:extLst>
                  <a:ext uri="{0D108BD9-81ED-4DB2-BD59-A6C34878D82A}">
                    <a16:rowId xmlns:a16="http://schemas.microsoft.com/office/drawing/2014/main" val="133079416"/>
                  </a:ext>
                </a:extLst>
              </a:tr>
              <a:tr h="719380">
                <a:tc>
                  <a:txBody>
                    <a:bodyPr/>
                    <a:lstStyle/>
                    <a:p>
                      <a:pPr algn="ctr"/>
                      <a:r>
                        <a:rPr lang="en-US" sz="1800" dirty="0">
                          <a:latin typeface="Candara" panose="020E0502030303020204" pitchFamily="34" charset="0"/>
                        </a:rPr>
                        <a:t>Session duration</a:t>
                      </a:r>
                    </a:p>
                  </a:txBody>
                  <a:tcPr marL="45720" marR="45720" anchor="ctr"/>
                </a:tc>
                <a:tc>
                  <a:txBody>
                    <a:bodyPr/>
                    <a:lstStyle/>
                    <a:p>
                      <a:pPr algn="ctr"/>
                      <a:r>
                        <a:rPr lang="en-US" sz="1800" dirty="0">
                          <a:latin typeface="Candara" panose="020E0502030303020204" pitchFamily="34" charset="0"/>
                        </a:rPr>
                        <a:t>Few seconds </a:t>
                      </a:r>
                    </a:p>
                  </a:txBody>
                  <a:tcPr marL="45720" marR="45720" anchor="ctr"/>
                </a:tc>
                <a:tc>
                  <a:txBody>
                    <a:bodyPr/>
                    <a:lstStyle/>
                    <a:p>
                      <a:pPr algn="ctr"/>
                      <a:r>
                        <a:rPr lang="en-US" sz="1800" dirty="0">
                          <a:latin typeface="Candara" panose="020E0502030303020204" pitchFamily="34" charset="0"/>
                        </a:rPr>
                        <a:t>Several hours</a:t>
                      </a:r>
                    </a:p>
                  </a:txBody>
                  <a:tcPr marL="45720" marR="45720" anchor="ctr"/>
                </a:tc>
                <a:tc>
                  <a:txBody>
                    <a:bodyPr/>
                    <a:lstStyle/>
                    <a:p>
                      <a:pPr algn="ctr"/>
                      <a:r>
                        <a:rPr lang="en-US" sz="1800" dirty="0">
                          <a:latin typeface="Candara" panose="020E0502030303020204" pitchFamily="34" charset="0"/>
                        </a:rPr>
                        <a:t>Malicious behavior</a:t>
                      </a:r>
                    </a:p>
                  </a:txBody>
                  <a:tcPr marL="45720" marR="45720" anchor="ctr"/>
                </a:tc>
                <a:extLst>
                  <a:ext uri="{0D108BD9-81ED-4DB2-BD59-A6C34878D82A}">
                    <a16:rowId xmlns:a16="http://schemas.microsoft.com/office/drawing/2014/main" val="2434595782"/>
                  </a:ext>
                </a:extLst>
              </a:tr>
              <a:tr h="1027686">
                <a:tc>
                  <a:txBody>
                    <a:bodyPr/>
                    <a:lstStyle/>
                    <a:p>
                      <a:pPr algn="ctr"/>
                      <a:r>
                        <a:rPr lang="en-US" sz="1800" dirty="0">
                          <a:latin typeface="Candara" panose="020E0502030303020204" pitchFamily="34" charset="0"/>
                        </a:rPr>
                        <a:t>Number of flow keys</a:t>
                      </a:r>
                    </a:p>
                  </a:txBody>
                  <a:tcPr marL="45720" marR="45720" anchor="ctr"/>
                </a:tc>
                <a:tc>
                  <a:txBody>
                    <a:bodyPr/>
                    <a:lstStyle/>
                    <a:p>
                      <a:pPr algn="ctr"/>
                      <a:r>
                        <a:rPr lang="en-US" sz="1800" dirty="0">
                          <a:latin typeface="Candara" panose="020E0502030303020204" pitchFamily="34" charset="0"/>
                        </a:rPr>
                        <a:t>Few keys from single IP source</a:t>
                      </a:r>
                    </a:p>
                  </a:txBody>
                  <a:tcPr marL="45720" marR="45720" anchor="ctr"/>
                </a:tc>
                <a:tc>
                  <a:txBody>
                    <a:bodyPr/>
                    <a:lstStyle/>
                    <a:p>
                      <a:pPr algn="ctr"/>
                      <a:r>
                        <a:rPr lang="en-US" sz="1800" dirty="0">
                          <a:latin typeface="Candara" panose="020E0502030303020204" pitchFamily="34" charset="0"/>
                        </a:rPr>
                        <a:t>Same source IP 100+ new flow keys</a:t>
                      </a:r>
                    </a:p>
                  </a:txBody>
                  <a:tcPr marL="45720" marR="45720" anchor="ctr"/>
                </a:tc>
                <a:tc>
                  <a:txBody>
                    <a:bodyPr/>
                    <a:lstStyle/>
                    <a:p>
                      <a:pPr algn="ctr"/>
                      <a:r>
                        <a:rPr lang="en-US" sz="1800" dirty="0">
                          <a:latin typeface="Candara" panose="020E0502030303020204" pitchFamily="34" charset="0"/>
                        </a:rPr>
                        <a:t>Port scanning</a:t>
                      </a:r>
                    </a:p>
                  </a:txBody>
                  <a:tcPr marL="45720" marR="45720" anchor="ctr"/>
                </a:tc>
                <a:extLst>
                  <a:ext uri="{0D108BD9-81ED-4DB2-BD59-A6C34878D82A}">
                    <a16:rowId xmlns:a16="http://schemas.microsoft.com/office/drawing/2014/main" val="437887524"/>
                  </a:ext>
                </a:extLst>
              </a:tr>
            </a:tbl>
          </a:graphicData>
        </a:graphic>
      </p:graphicFrame>
      <p:sp>
        <p:nvSpPr>
          <p:cNvPr id="12" name="Rectangle 11">
            <a:extLst>
              <a:ext uri="{FF2B5EF4-FFF2-40B4-BE49-F238E27FC236}">
                <a16:creationId xmlns:a16="http://schemas.microsoft.com/office/drawing/2014/main" id="{67B338C3-6542-0F25-9A52-F14444AF38C2}"/>
              </a:ext>
            </a:extLst>
          </p:cNvPr>
          <p:cNvSpPr/>
          <p:nvPr/>
        </p:nvSpPr>
        <p:spPr>
          <a:xfrm>
            <a:off x="7271230" y="2045369"/>
            <a:ext cx="4835447" cy="3182111"/>
          </a:xfrm>
          <a:prstGeom prst="rect">
            <a:avLst/>
          </a:prstGeom>
          <a:noFill/>
          <a:ln w="28575">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nSpc>
                <a:spcPct val="150000"/>
              </a:lnSpc>
            </a:pPr>
            <a:r>
              <a:rPr lang="en-US" sz="2000" b="1" dirty="0">
                <a:solidFill>
                  <a:schemeClr val="bg1"/>
                </a:solidFill>
                <a:latin typeface="Candara" panose="020E0502030303020204" pitchFamily="34" charset="0"/>
              </a:rPr>
              <a:t>Once Malicious behavior is detected the IPS system acts </a:t>
            </a:r>
            <a:endParaRPr lang="en-US" sz="2000" dirty="0">
              <a:solidFill>
                <a:schemeClr val="bg1"/>
              </a:solidFill>
              <a:latin typeface="Candara" panose="020E0502030303020204" pitchFamily="34" charset="0"/>
            </a:endParaRPr>
          </a:p>
          <a:p>
            <a:pPr>
              <a:lnSpc>
                <a:spcPct val="150000"/>
              </a:lnSpc>
            </a:pPr>
            <a:r>
              <a:rPr lang="en-US" sz="2000" dirty="0">
                <a:solidFill>
                  <a:schemeClr val="bg1"/>
                </a:solidFill>
                <a:latin typeface="Candara" panose="020E0502030303020204" pitchFamily="34" charset="0"/>
              </a:rPr>
              <a:t>1. Identify flow key</a:t>
            </a:r>
          </a:p>
          <a:p>
            <a:pPr>
              <a:lnSpc>
                <a:spcPct val="150000"/>
              </a:lnSpc>
            </a:pPr>
            <a:r>
              <a:rPr lang="en-US" sz="2000" dirty="0">
                <a:solidFill>
                  <a:schemeClr val="bg1"/>
                </a:solidFill>
                <a:latin typeface="Candara" panose="020E0502030303020204" pitchFamily="34" charset="0"/>
              </a:rPr>
              <a:t>2. Add firewall rule to block it</a:t>
            </a:r>
          </a:p>
          <a:p>
            <a:pPr>
              <a:lnSpc>
                <a:spcPct val="150000"/>
              </a:lnSpc>
            </a:pPr>
            <a:r>
              <a:rPr lang="en-US" sz="2000" dirty="0">
                <a:solidFill>
                  <a:schemeClr val="bg1"/>
                </a:solidFill>
                <a:latin typeface="Candara" panose="020E0502030303020204" pitchFamily="34" charset="0"/>
              </a:rPr>
              <a:t>3. Stop processing packets</a:t>
            </a:r>
          </a:p>
          <a:p>
            <a:pPr>
              <a:lnSpc>
                <a:spcPct val="150000"/>
              </a:lnSpc>
            </a:pPr>
            <a:r>
              <a:rPr lang="en-US" sz="2000" dirty="0">
                <a:solidFill>
                  <a:schemeClr val="bg1"/>
                </a:solidFill>
                <a:latin typeface="Candara" panose="020E0502030303020204" pitchFamily="34" charset="0"/>
              </a:rPr>
              <a:t>4. Optionally remove node from tree = RBT delete operation</a:t>
            </a:r>
          </a:p>
        </p:txBody>
      </p:sp>
    </p:spTree>
    <p:extLst>
      <p:ext uri="{BB962C8B-B14F-4D97-AF65-F5344CB8AC3E}">
        <p14:creationId xmlns:p14="http://schemas.microsoft.com/office/powerpoint/2010/main" val="33407962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D800C-EFCB-8B55-B8EB-69D20FECA7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30F02C-B111-709E-70AA-BAD6773854CC}"/>
              </a:ext>
            </a:extLst>
          </p:cNvPr>
          <p:cNvSpPr>
            <a:spLocks noGrp="1"/>
          </p:cNvSpPr>
          <p:nvPr>
            <p:ph type="title"/>
          </p:nvPr>
        </p:nvSpPr>
        <p:spPr>
          <a:xfrm>
            <a:off x="580249" y="616139"/>
            <a:ext cx="9968422" cy="433247"/>
          </a:xfrm>
        </p:spPr>
        <p:txBody>
          <a:bodyPr/>
          <a:lstStyle/>
          <a:p>
            <a:r>
              <a:rPr lang="en-US" sz="4800" dirty="0"/>
              <a:t>Flow expiration &amp; memory protection</a:t>
            </a:r>
            <a:endParaRPr lang="en-US" dirty="0"/>
          </a:p>
        </p:txBody>
      </p:sp>
      <p:sp>
        <p:nvSpPr>
          <p:cNvPr id="3" name="Slide Number Placeholder 2">
            <a:extLst>
              <a:ext uri="{FF2B5EF4-FFF2-40B4-BE49-F238E27FC236}">
                <a16:creationId xmlns:a16="http://schemas.microsoft.com/office/drawing/2014/main" id="{D1EAB4BD-A612-BDB3-13B2-CEC1D086DB24}"/>
              </a:ext>
            </a:extLst>
          </p:cNvPr>
          <p:cNvSpPr>
            <a:spLocks noGrp="1"/>
          </p:cNvSpPr>
          <p:nvPr>
            <p:ph type="sldNum" sz="quarter" idx="11"/>
          </p:nvPr>
        </p:nvSpPr>
        <p:spPr/>
        <p:txBody>
          <a:bodyPr/>
          <a:lstStyle/>
          <a:p>
            <a:fld id="{EECC7194-A4D0-457B-9D3E-53681723AFF7}" type="slidenum">
              <a:rPr lang="en-US" smtClean="0"/>
              <a:pPr/>
              <a:t>9</a:t>
            </a:fld>
            <a:endParaRPr lang="en-US" dirty="0"/>
          </a:p>
        </p:txBody>
      </p:sp>
      <p:sp>
        <p:nvSpPr>
          <p:cNvPr id="5" name="object 7" descr="Beige rectangle">
            <a:extLst>
              <a:ext uri="{FF2B5EF4-FFF2-40B4-BE49-F238E27FC236}">
                <a16:creationId xmlns:a16="http://schemas.microsoft.com/office/drawing/2014/main" id="{6D758696-AB17-6291-23F5-EE4358BB5D7B}"/>
              </a:ext>
            </a:extLst>
          </p:cNvPr>
          <p:cNvSpPr/>
          <p:nvPr/>
        </p:nvSpPr>
        <p:spPr bwMode="white">
          <a:xfrm>
            <a:off x="645563" y="1930080"/>
            <a:ext cx="4073836"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dirty="0"/>
          </a:p>
        </p:txBody>
      </p:sp>
      <p:sp>
        <p:nvSpPr>
          <p:cNvPr id="6" name="TextBox 5">
            <a:extLst>
              <a:ext uri="{FF2B5EF4-FFF2-40B4-BE49-F238E27FC236}">
                <a16:creationId xmlns:a16="http://schemas.microsoft.com/office/drawing/2014/main" id="{A79B8091-CC5E-FF01-C1DF-9A4606C57580}"/>
              </a:ext>
            </a:extLst>
          </p:cNvPr>
          <p:cNvSpPr txBox="1"/>
          <p:nvPr/>
        </p:nvSpPr>
        <p:spPr>
          <a:xfrm>
            <a:off x="645562" y="2591349"/>
            <a:ext cx="10930202" cy="3785652"/>
          </a:xfrm>
          <a:prstGeom prst="rect">
            <a:avLst/>
          </a:prstGeom>
          <a:noFill/>
        </p:spPr>
        <p:txBody>
          <a:bodyPr wrap="square">
            <a:spAutoFit/>
          </a:bodyPr>
          <a:lstStyle/>
          <a:p>
            <a:r>
              <a:rPr lang="en-US" sz="2000" dirty="0">
                <a:latin typeface="Candara" panose="020E0502030303020204" pitchFamily="34" charset="0"/>
              </a:rPr>
              <a:t>In high-traffic networks, inactive flows must be removed to prevent memory exhaustion. Periodic cleanup processes identify idle flows based on timeout thresholds. Flow expiration can be explained as the Periodic cleanup processes to identify idle flows based on timeout thresholds. The Red-Black Tree deletion operation ensures that removing nodes does not disturb tree balance. </a:t>
            </a:r>
          </a:p>
          <a:p>
            <a:endParaRPr lang="en-US" sz="2000" dirty="0">
              <a:latin typeface="Candara" panose="020E0502030303020204" pitchFamily="34" charset="0"/>
            </a:endParaRPr>
          </a:p>
          <a:p>
            <a:r>
              <a:rPr lang="en-US" sz="2000" dirty="0">
                <a:latin typeface="Candara" panose="020E0502030303020204" pitchFamily="34" charset="0"/>
              </a:rPr>
              <a:t>This controlled deletion process protects the IDS/IPS from:</a:t>
            </a:r>
          </a:p>
          <a:p>
            <a:pPr marL="2171700" lvl="4" indent="-342900">
              <a:buFont typeface="Wingdings" panose="05000000000000000000" pitchFamily="2" charset="2"/>
              <a:buChar char="§"/>
            </a:pPr>
            <a:r>
              <a:rPr lang="en-US" sz="2000" dirty="0">
                <a:latin typeface="Candara" panose="020E0502030303020204" pitchFamily="34" charset="0"/>
              </a:rPr>
              <a:t>State exhaustion attacks</a:t>
            </a:r>
          </a:p>
          <a:p>
            <a:pPr marL="2171700" lvl="4" indent="-342900">
              <a:buFont typeface="Wingdings" panose="05000000000000000000" pitchFamily="2" charset="2"/>
              <a:buChar char="§"/>
            </a:pPr>
            <a:r>
              <a:rPr lang="en-US" sz="2000" dirty="0">
                <a:latin typeface="Candara" panose="020E0502030303020204" pitchFamily="34" charset="0"/>
              </a:rPr>
              <a:t>SYN flood attacks</a:t>
            </a:r>
          </a:p>
          <a:p>
            <a:pPr marL="2171700" lvl="4" indent="-342900">
              <a:buFont typeface="Wingdings" panose="05000000000000000000" pitchFamily="2" charset="2"/>
              <a:buChar char="§"/>
            </a:pPr>
            <a:r>
              <a:rPr lang="en-US" sz="2000" dirty="0">
                <a:latin typeface="Candara" panose="020E0502030303020204" pitchFamily="34" charset="0"/>
              </a:rPr>
              <a:t>Memory overflow conditions</a:t>
            </a:r>
          </a:p>
          <a:p>
            <a:pPr marL="2171700" lvl="4" indent="-342900">
              <a:buFont typeface="Wingdings" panose="05000000000000000000" pitchFamily="2" charset="2"/>
              <a:buChar char="§"/>
            </a:pPr>
            <a:endParaRPr lang="en-US" sz="2000" dirty="0">
              <a:latin typeface="Candara" panose="020E0502030303020204" pitchFamily="34" charset="0"/>
            </a:endParaRPr>
          </a:p>
          <a:p>
            <a:r>
              <a:rPr lang="en-US" sz="2000" dirty="0">
                <a:latin typeface="Candara" panose="020E0502030303020204" pitchFamily="34" charset="0"/>
              </a:rPr>
              <a:t>Balanced deletion guarantees long-term system stability and resilience against resource-based attacks</a:t>
            </a:r>
            <a:endParaRPr lang="en-US" dirty="0">
              <a:latin typeface="Candara" panose="020E0502030303020204" pitchFamily="34" charset="0"/>
            </a:endParaRPr>
          </a:p>
        </p:txBody>
      </p:sp>
    </p:spTree>
    <p:extLst>
      <p:ext uri="{BB962C8B-B14F-4D97-AF65-F5344CB8AC3E}">
        <p14:creationId xmlns:p14="http://schemas.microsoft.com/office/powerpoint/2010/main" val="14354280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429F02-7E8D-405F-86D3-2E794F83D8FE}"/>
              </a:ext>
            </a:extLst>
          </p:cNvPr>
          <p:cNvSpPr>
            <a:spLocks noGrp="1"/>
          </p:cNvSpPr>
          <p:nvPr>
            <p:ph type="sldNum" sz="quarter" idx="11"/>
          </p:nvPr>
        </p:nvSpPr>
        <p:spPr/>
        <p:txBody>
          <a:bodyPr/>
          <a:lstStyle/>
          <a:p>
            <a:fld id="{EECC7194-A4D0-457B-9D3E-53681723AFF7}" type="slidenum">
              <a:rPr lang="en-US" smtClean="0"/>
              <a:pPr/>
              <a:t>10</a:t>
            </a:fld>
            <a:endParaRPr lang="en-US" dirty="0"/>
          </a:p>
        </p:txBody>
      </p:sp>
      <p:sp>
        <p:nvSpPr>
          <p:cNvPr id="22" name="object 7" descr="Beige rectangle">
            <a:extLst>
              <a:ext uri="{FF2B5EF4-FFF2-40B4-BE49-F238E27FC236}">
                <a16:creationId xmlns:a16="http://schemas.microsoft.com/office/drawing/2014/main" id="{FEEE4553-844E-49F9-8166-2F2E938E3677}"/>
              </a:ext>
            </a:extLst>
          </p:cNvPr>
          <p:cNvSpPr/>
          <p:nvPr/>
        </p:nvSpPr>
        <p:spPr bwMode="white">
          <a:xfrm flipV="1">
            <a:off x="722099" y="1277068"/>
            <a:ext cx="3470764"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dirty="0"/>
          </a:p>
        </p:txBody>
      </p:sp>
      <p:sp>
        <p:nvSpPr>
          <p:cNvPr id="52" name="Title 51">
            <a:extLst>
              <a:ext uri="{FF2B5EF4-FFF2-40B4-BE49-F238E27FC236}">
                <a16:creationId xmlns:a16="http://schemas.microsoft.com/office/drawing/2014/main" id="{D02D3FBD-F6AE-82BF-A1B2-9036D5F309FF}"/>
              </a:ext>
            </a:extLst>
          </p:cNvPr>
          <p:cNvSpPr>
            <a:spLocks noGrp="1"/>
          </p:cNvSpPr>
          <p:nvPr>
            <p:ph type="title"/>
          </p:nvPr>
        </p:nvSpPr>
        <p:spPr>
          <a:xfrm>
            <a:off x="684000" y="808186"/>
            <a:ext cx="8515984" cy="370166"/>
          </a:xfrm>
        </p:spPr>
        <p:txBody>
          <a:bodyPr/>
          <a:lstStyle/>
          <a:p>
            <a:r>
              <a:rPr lang="en-US" sz="3600" dirty="0"/>
              <a:t>Effectiveness of the solution</a:t>
            </a:r>
          </a:p>
        </p:txBody>
      </p:sp>
      <p:sp>
        <p:nvSpPr>
          <p:cNvPr id="54" name="TextBox 53">
            <a:extLst>
              <a:ext uri="{FF2B5EF4-FFF2-40B4-BE49-F238E27FC236}">
                <a16:creationId xmlns:a16="http://schemas.microsoft.com/office/drawing/2014/main" id="{CDDC08BA-76C9-23C0-155D-B043BBFB4510}"/>
              </a:ext>
            </a:extLst>
          </p:cNvPr>
          <p:cNvSpPr txBox="1"/>
          <p:nvPr/>
        </p:nvSpPr>
        <p:spPr>
          <a:xfrm>
            <a:off x="581363" y="1812084"/>
            <a:ext cx="10110742" cy="1384995"/>
          </a:xfrm>
          <a:prstGeom prst="rect">
            <a:avLst/>
          </a:prstGeom>
          <a:noFill/>
        </p:spPr>
        <p:txBody>
          <a:bodyPr wrap="square" rtlCol="0">
            <a:spAutoFit/>
          </a:bodyPr>
          <a:lstStyle/>
          <a:p>
            <a:r>
              <a:rPr lang="en-US" sz="2200" dirty="0">
                <a:solidFill>
                  <a:schemeClr val="bg1"/>
                </a:solidFill>
                <a:latin typeface="Candara" panose="020E0502030303020204" pitchFamily="34" charset="0"/>
              </a:rPr>
              <a:t>The Red-Black Tree provides several advantages in dynamic networking environments:</a:t>
            </a:r>
          </a:p>
          <a:p>
            <a:endParaRPr lang="en-US" sz="2000" dirty="0">
              <a:solidFill>
                <a:schemeClr val="bg1"/>
              </a:solidFill>
            </a:endParaRPr>
          </a:p>
          <a:p>
            <a:r>
              <a:rPr lang="en-US" sz="2000" dirty="0">
                <a:solidFill>
                  <a:schemeClr val="bg1"/>
                </a:solidFill>
              </a:rPr>
              <a:t> </a:t>
            </a:r>
            <a:endParaRPr lang="en-US" sz="2000" dirty="0"/>
          </a:p>
        </p:txBody>
      </p:sp>
      <p:sp>
        <p:nvSpPr>
          <p:cNvPr id="60" name="TextBox 59">
            <a:extLst>
              <a:ext uri="{FF2B5EF4-FFF2-40B4-BE49-F238E27FC236}">
                <a16:creationId xmlns:a16="http://schemas.microsoft.com/office/drawing/2014/main" id="{ECC80FF5-7398-DAE8-454C-89CC22A1268C}"/>
              </a:ext>
            </a:extLst>
          </p:cNvPr>
          <p:cNvSpPr txBox="1"/>
          <p:nvPr/>
        </p:nvSpPr>
        <p:spPr>
          <a:xfrm>
            <a:off x="1826467" y="2884693"/>
            <a:ext cx="7373517" cy="1754326"/>
          </a:xfrm>
          <a:prstGeom prst="rect">
            <a:avLst/>
          </a:prstGeom>
          <a:noFill/>
        </p:spPr>
        <p:txBody>
          <a:bodyPr wrap="square">
            <a:spAutoFit/>
          </a:bodyPr>
          <a:lstStyle/>
          <a:p>
            <a:pPr marL="342900" indent="-342900">
              <a:buFont typeface="Wingdings" panose="05000000000000000000" pitchFamily="2" charset="2"/>
              <a:buChar char="§"/>
            </a:pPr>
            <a:r>
              <a:rPr lang="en-US" sz="2200" dirty="0">
                <a:solidFill>
                  <a:schemeClr val="bg1"/>
                </a:solidFill>
                <a:latin typeface="Candara" panose="020E0502030303020204" pitchFamily="34" charset="0"/>
              </a:rPr>
              <a:t>Predictable O(log n) performance</a:t>
            </a:r>
          </a:p>
          <a:p>
            <a:pPr marL="342900" indent="-342900">
              <a:buFont typeface="Wingdings" panose="05000000000000000000" pitchFamily="2" charset="2"/>
              <a:buChar char="§"/>
            </a:pPr>
            <a:r>
              <a:rPr lang="en-US" sz="2200" dirty="0">
                <a:solidFill>
                  <a:schemeClr val="bg1"/>
                </a:solidFill>
                <a:latin typeface="Candara" panose="020E0502030303020204" pitchFamily="34" charset="0"/>
              </a:rPr>
              <a:t>Efficient handling of frequent insertions and deletions</a:t>
            </a:r>
          </a:p>
          <a:p>
            <a:pPr marL="342900" indent="-342900">
              <a:buFont typeface="Wingdings" panose="05000000000000000000" pitchFamily="2" charset="2"/>
              <a:buChar char="§"/>
            </a:pPr>
            <a:r>
              <a:rPr lang="en-US" sz="2200" dirty="0">
                <a:solidFill>
                  <a:schemeClr val="bg1"/>
                </a:solidFill>
                <a:latin typeface="Candara" panose="020E0502030303020204" pitchFamily="34" charset="0"/>
              </a:rPr>
              <a:t>Orderd traversal capability for traffic analysis</a:t>
            </a:r>
          </a:p>
          <a:p>
            <a:pPr marL="342900" indent="-342900">
              <a:buFont typeface="Wingdings" panose="05000000000000000000" pitchFamily="2" charset="2"/>
              <a:buChar char="§"/>
            </a:pPr>
            <a:r>
              <a:rPr lang="en-US" sz="2200" dirty="0">
                <a:solidFill>
                  <a:schemeClr val="bg1"/>
                </a:solidFill>
                <a:latin typeface="Candara" panose="020E0502030303020204" pitchFamily="34" charset="0"/>
              </a:rPr>
              <a:t>Scalability for enterprise-scale deployment</a:t>
            </a:r>
            <a:br>
              <a:rPr lang="en-US" sz="2000" dirty="0"/>
            </a:br>
            <a:endParaRPr lang="en-US" sz="2000" dirty="0">
              <a:solidFill>
                <a:schemeClr val="bg1"/>
              </a:solidFill>
            </a:endParaRPr>
          </a:p>
        </p:txBody>
      </p:sp>
    </p:spTree>
    <p:extLst>
      <p:ext uri="{BB962C8B-B14F-4D97-AF65-F5344CB8AC3E}">
        <p14:creationId xmlns:p14="http://schemas.microsoft.com/office/powerpoint/2010/main" val="7864061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71EC6E26-3FCF-0C86-C78F-4724FB92CF03}"/>
              </a:ext>
            </a:extLst>
          </p:cNvPr>
          <p:cNvPicPr>
            <a:picLocks noGrp="1" noChangeAspect="1"/>
          </p:cNvPicPr>
          <p:nvPr>
            <p:ph type="pic" sz="quarter" idx="12"/>
          </p:nvPr>
        </p:nvPicPr>
        <p:blipFill>
          <a:blip r:embed="rId2">
            <a:alphaModFix amt="70000"/>
            <a:extLst>
              <a:ext uri="{28A0092B-C50C-407E-A947-70E740481C1C}">
                <a14:useLocalDpi xmlns:a14="http://schemas.microsoft.com/office/drawing/2010/main" val="0"/>
              </a:ext>
            </a:extLst>
          </a:blip>
          <a:srcRect/>
          <a:stretch>
            <a:fillRect/>
          </a:stretch>
        </p:blipFill>
        <p:spPr>
          <a:xfrm>
            <a:off x="0" y="-1"/>
            <a:ext cx="12192000" cy="6858000"/>
          </a:xfrm>
          <a:prstGeom prst="rect">
            <a:avLst/>
          </a:prstGeom>
          <a:solidFill>
            <a:prstClr val="black">
              <a:lumMod val="75000"/>
              <a:lumOff val="25000"/>
            </a:prstClr>
          </a:solidFill>
        </p:spPr>
      </p:pic>
      <p:sp>
        <p:nvSpPr>
          <p:cNvPr id="3" name="Title 2">
            <a:extLst>
              <a:ext uri="{FF2B5EF4-FFF2-40B4-BE49-F238E27FC236}">
                <a16:creationId xmlns:a16="http://schemas.microsoft.com/office/drawing/2014/main" id="{C17F5BF1-88DB-42F2-98A6-4C7FBFC311C4}"/>
              </a:ext>
            </a:extLst>
          </p:cNvPr>
          <p:cNvSpPr>
            <a:spLocks noGrp="1"/>
          </p:cNvSpPr>
          <p:nvPr>
            <p:ph type="ctrTitle"/>
          </p:nvPr>
        </p:nvSpPr>
        <p:spPr>
          <a:xfrm>
            <a:off x="0" y="0"/>
            <a:ext cx="9865360" cy="6857999"/>
          </a:xfrm>
        </p:spPr>
        <p:txBody>
          <a:bodyPr/>
          <a:lstStyle/>
          <a:p>
            <a:br>
              <a:rPr lang="en-US" dirty="0"/>
            </a:br>
            <a:r>
              <a:rPr lang="en-US" dirty="0"/>
              <a:t>conclusion</a:t>
            </a:r>
          </a:p>
        </p:txBody>
      </p:sp>
      <p:sp>
        <p:nvSpPr>
          <p:cNvPr id="19" name="object 7" descr="Beige rectangle">
            <a:extLst>
              <a:ext uri="{FF2B5EF4-FFF2-40B4-BE49-F238E27FC236}">
                <a16:creationId xmlns:a16="http://schemas.microsoft.com/office/drawing/2014/main" id="{2D7851E8-1907-4C8A-A16F-E461B5BFA940}"/>
              </a:ext>
            </a:extLst>
          </p:cNvPr>
          <p:cNvSpPr/>
          <p:nvPr/>
        </p:nvSpPr>
        <p:spPr bwMode="white">
          <a:xfrm flipV="1">
            <a:off x="1331002" y="3796401"/>
            <a:ext cx="3484838"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dirty="0"/>
          </a:p>
        </p:txBody>
      </p:sp>
    </p:spTree>
    <p:extLst>
      <p:ext uri="{BB962C8B-B14F-4D97-AF65-F5344CB8AC3E}">
        <p14:creationId xmlns:p14="http://schemas.microsoft.com/office/powerpoint/2010/main" val="3476954114"/>
      </p:ext>
    </p:extLst>
  </p:cSld>
  <p:clrMapOvr>
    <a:masterClrMapping/>
  </p:clrMapOvr>
</p:sld>
</file>

<file path=ppt/theme/theme1.xml><?xml version="1.0" encoding="utf-8"?>
<a:theme xmlns:a="http://schemas.openxmlformats.org/drawingml/2006/main" name="Office Theme">
  <a:themeElements>
    <a:clrScheme name="MS Healthcare Pitch">
      <a:dk1>
        <a:sysClr val="windowText" lastClr="000000"/>
      </a:dk1>
      <a:lt1>
        <a:sysClr val="window" lastClr="FFFFFF"/>
      </a:lt1>
      <a:dk2>
        <a:srgbClr val="00292E"/>
      </a:dk2>
      <a:lt2>
        <a:srgbClr val="64B2C1"/>
      </a:lt2>
      <a:accent1>
        <a:srgbClr val="F0CDA1"/>
      </a:accent1>
      <a:accent2>
        <a:srgbClr val="107082"/>
      </a:accent2>
      <a:accent3>
        <a:srgbClr val="054854"/>
      </a:accent3>
      <a:accent4>
        <a:srgbClr val="00AEEF"/>
      </a:accent4>
      <a:accent5>
        <a:srgbClr val="F99927"/>
      </a:accent5>
      <a:accent6>
        <a:srgbClr val="EC7216"/>
      </a:accent6>
      <a:hlink>
        <a:srgbClr val="000000"/>
      </a:hlink>
      <a:folHlink>
        <a:srgbClr val="000000"/>
      </a:folHlink>
    </a:clrScheme>
    <a:fontScheme name="MS Healthcare Pitch">
      <a:majorFont>
        <a:latin typeface="Gill Sans MT"/>
        <a:ea typeface=""/>
        <a:cs typeface=""/>
      </a:majorFont>
      <a:minorFont>
        <a:latin typeface="Arial "/>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a:gsLst>
            <a:gs pos="0">
              <a:schemeClr val="tx2"/>
            </a:gs>
            <a:gs pos="100000">
              <a:schemeClr val="accent2"/>
            </a:gs>
          </a:gsLst>
          <a:lin ang="14400000" scaled="0"/>
        </a:gra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SMB Healthcare Pitch Deck SB_v3" id="{F20654C3-30CB-4A23-AE37-CA3918CCFD51}" vid="{71C4247B-9648-406B-9B0E-E7124027980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1c2eb7a32e66fb6e4260f3771546a5e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04e1f6479c48b08974ba73b5ca973489"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33BAED8-F9E7-4D41-86E9-333473F909F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F4BDB64-2AF8-42D4-96C8-B6B6F098993C}">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C66BDC7-24D2-4343-8D41-18F9C23F860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Healthcare office pitch deck</Template>
  <TotalTime>392</TotalTime>
  <Words>515</Words>
  <Application>Microsoft Office PowerPoint</Application>
  <PresentationFormat>Widescreen</PresentationFormat>
  <Paragraphs>108</Paragraphs>
  <Slides>11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Arial</vt:lpstr>
      <vt:lpstr>Arial </vt:lpstr>
      <vt:lpstr>Calibri</vt:lpstr>
      <vt:lpstr>Cambria</vt:lpstr>
      <vt:lpstr>Candara</vt:lpstr>
      <vt:lpstr>Courier New</vt:lpstr>
      <vt:lpstr>Gill Sans MT</vt:lpstr>
      <vt:lpstr>Wingdings</vt:lpstr>
      <vt:lpstr>Office Theme</vt:lpstr>
      <vt:lpstr>Red-Black Tree-Based Dynamic Flow Management in IDS/IPS</vt:lpstr>
      <vt:lpstr>PowerPoint Presentation</vt:lpstr>
      <vt:lpstr>core challenge  </vt:lpstr>
      <vt:lpstr>Selected data structure : red – black tree</vt:lpstr>
      <vt:lpstr>Selected data structure : red – black tree</vt:lpstr>
      <vt:lpstr>Conceptual Operation </vt:lpstr>
      <vt:lpstr>FLOW KEY OPERATION</vt:lpstr>
      <vt:lpstr>Intrusion detection</vt:lpstr>
      <vt:lpstr>Flow expiration &amp; memory protection</vt:lpstr>
      <vt:lpstr>Effectiveness of the solution</vt:lpstr>
      <vt:lpstr>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NAWARATHNA S M J</dc:creator>
  <cp:lastModifiedBy>NAWARATHNA S M J</cp:lastModifiedBy>
  <cp:revision>12</cp:revision>
  <dcterms:created xsi:type="dcterms:W3CDTF">2026-02-14T05:17:59Z</dcterms:created>
  <dcterms:modified xsi:type="dcterms:W3CDTF">2026-02-15T04:06:24Z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